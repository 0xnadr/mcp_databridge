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12192000"/>
  <p:embeddedFontLst>
    <p:embeddedFont>
      <p:font typeface="微软雅黑" panose="020B0503020204020204" pitchFamily="34" charset="-122"/>
      <p:regular r:id="rId17"/>
      <p:bold r:id="rId18"/>
    </p:embeddedFont>
    <p:embeddedFont>
      <p:font typeface="MiSans" pitchFamily="2" charset="-122"/>
      <p:regular r:id="rId19"/>
    </p:embeddedFont>
    <p:embeddedFont>
      <p:font typeface="Noto Sans SC" panose="020B0200000000000000" pitchFamily="34" charset="-128"/>
      <p:regular r:id="rId20"/>
    </p:embeddedFont>
    <p:embeddedFont>
      <p:font typeface="Liter" panose="02000503030000020004"/>
      <p:regular r:id="rId21"/>
    </p:embeddedFont>
    <p:embeddedFont>
      <p:font typeface="Quattrocento Sans" panose="020B05020500000200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>
        <p:scale>
          <a:sx n="114" d="100"/>
          <a:sy n="114" d="100"/>
        </p:scale>
        <p:origin x="60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73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82000" y="30480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1524000" y="0"/>
                </a:moveTo>
                <a:lnTo>
                  <a:pt x="1524000" y="0"/>
                </a:lnTo>
                <a:cubicBezTo>
                  <a:pt x="2365118" y="0"/>
                  <a:pt x="3048000" y="682882"/>
                  <a:pt x="3048000" y="1524000"/>
                </a:cubicBezTo>
                <a:lnTo>
                  <a:pt x="3048000" y="1524000"/>
                </a:lnTo>
                <a:cubicBezTo>
                  <a:pt x="3048000" y="2365118"/>
                  <a:pt x="2365118" y="3048000"/>
                  <a:pt x="1524000" y="3048000"/>
                </a:cubicBezTo>
                <a:lnTo>
                  <a:pt x="1524000" y="3048000"/>
                </a:lnTo>
                <a:cubicBezTo>
                  <a:pt x="682882" y="3048000"/>
                  <a:pt x="0" y="2365118"/>
                  <a:pt x="0" y="1524000"/>
                </a:cubicBezTo>
                <a:lnTo>
                  <a:pt x="0" y="1524000"/>
                </a:lnTo>
                <a:cubicBezTo>
                  <a:pt x="0" y="682882"/>
                  <a:pt x="682882" y="0"/>
                  <a:pt x="1524000" y="0"/>
                </a:cubicBezTo>
                <a:close/>
              </a:path>
            </a:pathLst>
          </a:custGeom>
          <a:solidFill>
            <a:srgbClr val="10B981">
              <a:alpha val="10065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83919" y="1500188"/>
            <a:ext cx="1628775" cy="428625"/>
          </a:xfrm>
          <a:custGeom>
            <a:avLst/>
            <a:gdLst/>
            <a:ahLst/>
            <a:cxnLst/>
            <a:rect l="l" t="t" r="r" b="b"/>
            <a:pathLst>
              <a:path w="1628775" h="428625">
                <a:moveTo>
                  <a:pt x="214313" y="0"/>
                </a:moveTo>
                <a:lnTo>
                  <a:pt x="1414463" y="0"/>
                </a:lnTo>
                <a:cubicBezTo>
                  <a:pt x="1532745" y="0"/>
                  <a:pt x="1628775" y="96030"/>
                  <a:pt x="1628775" y="214313"/>
                </a:cubicBezTo>
                <a:lnTo>
                  <a:pt x="1628775" y="214313"/>
                </a:lnTo>
                <a:cubicBezTo>
                  <a:pt x="1628775" y="332595"/>
                  <a:pt x="1532745" y="428625"/>
                  <a:pt x="141446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13710" y="1628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769694" y="160020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68339" y="2619375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18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DataBridge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81250" y="376237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Produktionsreifer MCP-Server für die Interaktion zwischen KI-Agenten und Datenbanken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59534" y="4967288"/>
            <a:ext cx="866775" cy="390525"/>
          </a:xfrm>
          <a:custGeom>
            <a:avLst/>
            <a:gdLst/>
            <a:ahLst/>
            <a:cxnLst/>
            <a:rect l="l" t="t" r="r" b="b"/>
            <a:pathLst>
              <a:path w="866775" h="390525">
                <a:moveTo>
                  <a:pt x="76199" y="0"/>
                </a:moveTo>
                <a:lnTo>
                  <a:pt x="790576" y="0"/>
                </a:lnTo>
                <a:cubicBezTo>
                  <a:pt x="832659" y="0"/>
                  <a:pt x="866775" y="34116"/>
                  <a:pt x="866775" y="76199"/>
                </a:cubicBezTo>
                <a:lnTo>
                  <a:pt x="866775" y="314326"/>
                </a:lnTo>
                <a:cubicBezTo>
                  <a:pt x="866775" y="356409"/>
                  <a:pt x="832659" y="390525"/>
                  <a:pt x="7905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6672" y="4962525"/>
            <a:ext cx="93345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86299" y="4967288"/>
            <a:ext cx="866775" cy="390525"/>
          </a:xfrm>
          <a:custGeom>
            <a:avLst/>
            <a:gdLst/>
            <a:ahLst/>
            <a:cxnLst/>
            <a:rect l="l" t="t" r="r" b="b"/>
            <a:pathLst>
              <a:path w="866775" h="390525">
                <a:moveTo>
                  <a:pt x="76199" y="0"/>
                </a:moveTo>
                <a:lnTo>
                  <a:pt x="790576" y="0"/>
                </a:lnTo>
                <a:cubicBezTo>
                  <a:pt x="832659" y="0"/>
                  <a:pt x="866775" y="34116"/>
                  <a:pt x="866775" y="76199"/>
                </a:cubicBezTo>
                <a:lnTo>
                  <a:pt x="866775" y="314326"/>
                </a:lnTo>
                <a:cubicBezTo>
                  <a:pt x="866775" y="356409"/>
                  <a:pt x="832659" y="390525"/>
                  <a:pt x="7905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3437" y="4962525"/>
            <a:ext cx="93345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13065" y="4967288"/>
            <a:ext cx="952500" cy="390525"/>
          </a:xfrm>
          <a:custGeom>
            <a:avLst/>
            <a:gdLst/>
            <a:ahLst/>
            <a:cxnLst/>
            <a:rect l="l" t="t" r="r" b="b"/>
            <a:pathLst>
              <a:path w="952500" h="390525">
                <a:moveTo>
                  <a:pt x="76199" y="0"/>
                </a:moveTo>
                <a:lnTo>
                  <a:pt x="876301" y="0"/>
                </a:lnTo>
                <a:cubicBezTo>
                  <a:pt x="918384" y="0"/>
                  <a:pt x="952500" y="34116"/>
                  <a:pt x="952500" y="76199"/>
                </a:cubicBezTo>
                <a:lnTo>
                  <a:pt x="952500" y="314326"/>
                </a:lnTo>
                <a:cubicBezTo>
                  <a:pt x="952500" y="356409"/>
                  <a:pt x="918384" y="390525"/>
                  <a:pt x="8763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0202" y="4962525"/>
            <a:ext cx="101917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FastMCP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1582" y="4967288"/>
            <a:ext cx="866775" cy="390525"/>
          </a:xfrm>
          <a:custGeom>
            <a:avLst/>
            <a:gdLst/>
            <a:ahLst/>
            <a:cxnLst/>
            <a:rect l="l" t="t" r="r" b="b"/>
            <a:pathLst>
              <a:path w="866775" h="390525">
                <a:moveTo>
                  <a:pt x="76199" y="0"/>
                </a:moveTo>
                <a:lnTo>
                  <a:pt x="790576" y="0"/>
                </a:lnTo>
                <a:cubicBezTo>
                  <a:pt x="832659" y="0"/>
                  <a:pt x="866775" y="34116"/>
                  <a:pt x="866775" y="76199"/>
                </a:cubicBezTo>
                <a:lnTo>
                  <a:pt x="866775" y="314326"/>
                </a:lnTo>
                <a:cubicBezTo>
                  <a:pt x="866775" y="356409"/>
                  <a:pt x="832659" y="390525"/>
                  <a:pt x="7905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8720" y="4962525"/>
            <a:ext cx="93345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58348" y="4967288"/>
            <a:ext cx="1876425" cy="390525"/>
          </a:xfrm>
          <a:custGeom>
            <a:avLst/>
            <a:gdLst/>
            <a:ahLst/>
            <a:cxnLst/>
            <a:rect l="l" t="t" r="r" b="b"/>
            <a:pathLst>
              <a:path w="1876425" h="390525">
                <a:moveTo>
                  <a:pt x="76199" y="0"/>
                </a:moveTo>
                <a:lnTo>
                  <a:pt x="1800226" y="0"/>
                </a:lnTo>
                <a:cubicBezTo>
                  <a:pt x="1842309" y="0"/>
                  <a:pt x="1876425" y="34116"/>
                  <a:pt x="1876425" y="76199"/>
                </a:cubicBezTo>
                <a:lnTo>
                  <a:pt x="1876425" y="314326"/>
                </a:lnTo>
                <a:cubicBezTo>
                  <a:pt x="1876425" y="356409"/>
                  <a:pt x="1842309" y="390525"/>
                  <a:pt x="18002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15485" y="4962525"/>
            <a:ext cx="19431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 Testabdeckung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Normalisierte Datenbanken sind für KI-Agenten unlesbar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610225" cy="3933825"/>
          </a:xfrm>
          <a:custGeom>
            <a:avLst/>
            <a:gdLst/>
            <a:ahLst/>
            <a:cxnLst/>
            <a:rect l="l" t="t" r="r" b="b"/>
            <a:pathLst>
              <a:path w="5610225" h="3933825">
                <a:moveTo>
                  <a:pt x="114317" y="0"/>
                </a:moveTo>
                <a:lnTo>
                  <a:pt x="5495908" y="0"/>
                </a:lnTo>
                <a:cubicBezTo>
                  <a:pt x="5559044" y="0"/>
                  <a:pt x="5610225" y="51181"/>
                  <a:pt x="5610225" y="114317"/>
                </a:cubicBezTo>
                <a:lnTo>
                  <a:pt x="5610225" y="3819508"/>
                </a:lnTo>
                <a:cubicBezTo>
                  <a:pt x="5610225" y="3882644"/>
                  <a:pt x="5559044" y="3933825"/>
                  <a:pt x="5495908" y="3933825"/>
                </a:cubicBezTo>
                <a:lnTo>
                  <a:pt x="114317" y="3933825"/>
                </a:lnTo>
                <a:cubicBezTo>
                  <a:pt x="51181" y="3933825"/>
                  <a:pt x="0" y="3882644"/>
                  <a:pt x="0" y="3819508"/>
                </a:cubicBezTo>
                <a:lnTo>
                  <a:pt x="0" y="114317"/>
                </a:lnTo>
                <a:cubicBezTo>
                  <a:pt x="0" y="51224"/>
                  <a:pt x="51224" y="0"/>
                  <a:pt x="114317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5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0088" y="15525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76325" y="1514475"/>
            <a:ext cx="277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der Agent sieht (Rohdaten)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1990725"/>
            <a:ext cx="5219700" cy="3009900"/>
          </a:xfrm>
          <a:custGeom>
            <a:avLst/>
            <a:gdLst/>
            <a:ahLst/>
            <a:cxnLst/>
            <a:rect l="l" t="t" r="r" b="b"/>
            <a:pathLst>
              <a:path w="5219700" h="3009900">
                <a:moveTo>
                  <a:pt x="76211" y="0"/>
                </a:moveTo>
                <a:lnTo>
                  <a:pt x="5143489" y="0"/>
                </a:lnTo>
                <a:cubicBezTo>
                  <a:pt x="5185579" y="0"/>
                  <a:pt x="5219700" y="34121"/>
                  <a:pt x="5219700" y="76211"/>
                </a:cubicBezTo>
                <a:lnTo>
                  <a:pt x="5219700" y="2933689"/>
                </a:lnTo>
                <a:cubicBezTo>
                  <a:pt x="5219700" y="2975779"/>
                  <a:pt x="5185579" y="3009900"/>
                  <a:pt x="5143489" y="3009900"/>
                </a:cubicBezTo>
                <a:lnTo>
                  <a:pt x="76211" y="3009900"/>
                </a:lnTo>
                <a:cubicBezTo>
                  <a:pt x="34121" y="3009900"/>
                  <a:pt x="0" y="2975779"/>
                  <a:pt x="0" y="293368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3425" y="214312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Unlesbare IDs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3425" y="2471738"/>
            <a:ext cx="6267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sex_id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5693" y="24717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9198" y="24717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42703" y="24717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425" y="2700338"/>
            <a:ext cx="810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class_id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9198" y="27003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42703" y="27003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6208" y="27003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3425" y="2928938"/>
            <a:ext cx="7184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deck_id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7445" y="29289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50950" y="2928938"/>
            <a:ext cx="259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6013" y="1262063"/>
            <a:ext cx="5610225" cy="3933825"/>
          </a:xfrm>
          <a:custGeom>
            <a:avLst/>
            <a:gdLst/>
            <a:ahLst/>
            <a:cxnLst/>
            <a:rect l="l" t="t" r="r" b="b"/>
            <a:pathLst>
              <a:path w="5610225" h="3933825">
                <a:moveTo>
                  <a:pt x="114317" y="0"/>
                </a:moveTo>
                <a:lnTo>
                  <a:pt x="5495908" y="0"/>
                </a:lnTo>
                <a:cubicBezTo>
                  <a:pt x="5559044" y="0"/>
                  <a:pt x="5610225" y="51181"/>
                  <a:pt x="5610225" y="114317"/>
                </a:cubicBezTo>
                <a:lnTo>
                  <a:pt x="5610225" y="3819508"/>
                </a:lnTo>
                <a:cubicBezTo>
                  <a:pt x="5610225" y="3882644"/>
                  <a:pt x="5559044" y="3933825"/>
                  <a:pt x="5495908" y="3933825"/>
                </a:cubicBezTo>
                <a:lnTo>
                  <a:pt x="114317" y="3933825"/>
                </a:lnTo>
                <a:cubicBezTo>
                  <a:pt x="51181" y="3933825"/>
                  <a:pt x="0" y="3882644"/>
                  <a:pt x="0" y="3819508"/>
                </a:cubicBezTo>
                <a:lnTo>
                  <a:pt x="0" y="114317"/>
                </a:lnTo>
                <a:cubicBezTo>
                  <a:pt x="0" y="51224"/>
                  <a:pt x="51224" y="0"/>
                  <a:pt x="114317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91275" y="1457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98431" y="15525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86575" y="1514475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der Agent braucht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1275" y="1990725"/>
            <a:ext cx="5219700" cy="3009900"/>
          </a:xfrm>
          <a:custGeom>
            <a:avLst/>
            <a:gdLst/>
            <a:ahLst/>
            <a:cxnLst/>
            <a:rect l="l" t="t" r="r" b="b"/>
            <a:pathLst>
              <a:path w="5219700" h="3009900">
                <a:moveTo>
                  <a:pt x="76211" y="0"/>
                </a:moveTo>
                <a:lnTo>
                  <a:pt x="5143489" y="0"/>
                </a:lnTo>
                <a:cubicBezTo>
                  <a:pt x="5185579" y="0"/>
                  <a:pt x="5219700" y="34121"/>
                  <a:pt x="5219700" y="76211"/>
                </a:cubicBezTo>
                <a:lnTo>
                  <a:pt x="5219700" y="2933689"/>
                </a:lnTo>
                <a:cubicBezTo>
                  <a:pt x="5219700" y="2975779"/>
                  <a:pt x="5185579" y="3009900"/>
                  <a:pt x="5143489" y="3009900"/>
                </a:cubicBezTo>
                <a:lnTo>
                  <a:pt x="76211" y="3009900"/>
                </a:lnTo>
                <a:cubicBezTo>
                  <a:pt x="34121" y="3009900"/>
                  <a:pt x="0" y="2975779"/>
                  <a:pt x="0" y="2933689"/>
                </a:cubicBezTo>
                <a:lnTo>
                  <a:pt x="0" y="76211"/>
                </a:lnTo>
                <a:cubicBezTo>
                  <a:pt x="0" y="34149"/>
                  <a:pt x="34149" y="0"/>
                  <a:pt x="7621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543675" y="214312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Lesbare Labels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43675" y="2471738"/>
            <a:ext cx="3514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10685" y="24717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94190" y="2471738"/>
            <a:ext cx="810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"female"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19963" y="24717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43675" y="2700338"/>
            <a:ext cx="5349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94190" y="27003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77695" y="2700338"/>
            <a:ext cx="7184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"Third"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11716" y="27003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43675" y="2928938"/>
            <a:ext cx="443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02438" y="2928938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85943" y="2928938"/>
            <a:ext cx="443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5763" y="5395913"/>
            <a:ext cx="5610225" cy="1076325"/>
          </a:xfrm>
          <a:custGeom>
            <a:avLst/>
            <a:gdLst/>
            <a:ahLst/>
            <a:cxnLst/>
            <a:rect l="l" t="t" r="r" b="b"/>
            <a:pathLst>
              <a:path w="5610225" h="1076325">
                <a:moveTo>
                  <a:pt x="114295" y="0"/>
                </a:moveTo>
                <a:lnTo>
                  <a:pt x="5495930" y="0"/>
                </a:lnTo>
                <a:cubicBezTo>
                  <a:pt x="5559053" y="0"/>
                  <a:pt x="5610225" y="51172"/>
                  <a:pt x="5610225" y="114295"/>
                </a:cubicBezTo>
                <a:lnTo>
                  <a:pt x="5610225" y="962030"/>
                </a:lnTo>
                <a:cubicBezTo>
                  <a:pt x="5610225" y="1025153"/>
                  <a:pt x="5559053" y="1076325"/>
                  <a:pt x="549593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2925" y="58197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21444" y="0"/>
                </a:moveTo>
                <a:cubicBezTo>
                  <a:pt x="109612" y="0"/>
                  <a:pt x="100013" y="9599"/>
                  <a:pt x="100013" y="21431"/>
                </a:cubicBezTo>
                <a:lnTo>
                  <a:pt x="100013" y="28575"/>
                </a:lnTo>
                <a:lnTo>
                  <a:pt x="92869" y="28575"/>
                </a:lnTo>
                <a:cubicBezTo>
                  <a:pt x="73134" y="28575"/>
                  <a:pt x="57150" y="44559"/>
                  <a:pt x="57150" y="64294"/>
                </a:cubicBezTo>
                <a:lnTo>
                  <a:pt x="57150" y="112871"/>
                </a:lnTo>
                <a:lnTo>
                  <a:pt x="47506" y="116711"/>
                </a:lnTo>
                <a:cubicBezTo>
                  <a:pt x="40898" y="119345"/>
                  <a:pt x="37460" y="126712"/>
                  <a:pt x="39737" y="133454"/>
                </a:cubicBezTo>
                <a:cubicBezTo>
                  <a:pt x="44381" y="147429"/>
                  <a:pt x="51703" y="159931"/>
                  <a:pt x="61034" y="170557"/>
                </a:cubicBezTo>
                <a:cubicBezTo>
                  <a:pt x="70009" y="166449"/>
                  <a:pt x="79653" y="164351"/>
                  <a:pt x="89297" y="164306"/>
                </a:cubicBezTo>
                <a:cubicBezTo>
                  <a:pt x="104076" y="164217"/>
                  <a:pt x="118899" y="168860"/>
                  <a:pt x="131445" y="178326"/>
                </a:cubicBezTo>
                <a:lnTo>
                  <a:pt x="132159" y="178862"/>
                </a:lnTo>
                <a:lnTo>
                  <a:pt x="132159" y="82867"/>
                </a:lnTo>
                <a:lnTo>
                  <a:pt x="85725" y="101441"/>
                </a:lnTo>
                <a:lnTo>
                  <a:pt x="85725" y="64294"/>
                </a:lnTo>
                <a:cubicBezTo>
                  <a:pt x="85725" y="60365"/>
                  <a:pt x="88940" y="57150"/>
                  <a:pt x="92869" y="57150"/>
                </a:cubicBezTo>
                <a:lnTo>
                  <a:pt x="192881" y="57150"/>
                </a:lnTo>
                <a:cubicBezTo>
                  <a:pt x="196810" y="57150"/>
                  <a:pt x="200025" y="60365"/>
                  <a:pt x="200025" y="64294"/>
                </a:cubicBezTo>
                <a:lnTo>
                  <a:pt x="200025" y="101441"/>
                </a:lnTo>
                <a:lnTo>
                  <a:pt x="153591" y="82867"/>
                </a:lnTo>
                <a:lnTo>
                  <a:pt x="153591" y="178862"/>
                </a:lnTo>
                <a:lnTo>
                  <a:pt x="154305" y="178326"/>
                </a:lnTo>
                <a:cubicBezTo>
                  <a:pt x="166583" y="169084"/>
                  <a:pt x="181049" y="164396"/>
                  <a:pt x="195560" y="164306"/>
                </a:cubicBezTo>
                <a:cubicBezTo>
                  <a:pt x="205517" y="164262"/>
                  <a:pt x="215473" y="166315"/>
                  <a:pt x="224716" y="170557"/>
                </a:cubicBezTo>
                <a:cubicBezTo>
                  <a:pt x="234047" y="159975"/>
                  <a:pt x="241369" y="147429"/>
                  <a:pt x="246013" y="133454"/>
                </a:cubicBezTo>
                <a:cubicBezTo>
                  <a:pt x="248245" y="126668"/>
                  <a:pt x="244852" y="119345"/>
                  <a:pt x="238244" y="116711"/>
                </a:cubicBezTo>
                <a:lnTo>
                  <a:pt x="228600" y="112871"/>
                </a:lnTo>
                <a:lnTo>
                  <a:pt x="228600" y="64294"/>
                </a:lnTo>
                <a:cubicBezTo>
                  <a:pt x="228600" y="44559"/>
                  <a:pt x="212616" y="28575"/>
                  <a:pt x="192881" y="28575"/>
                </a:cubicBezTo>
                <a:lnTo>
                  <a:pt x="185738" y="28575"/>
                </a:lnTo>
                <a:lnTo>
                  <a:pt x="185738" y="21431"/>
                </a:lnTo>
                <a:cubicBezTo>
                  <a:pt x="185738" y="9599"/>
                  <a:pt x="176138" y="0"/>
                  <a:pt x="164306" y="0"/>
                </a:cubicBezTo>
                <a:lnTo>
                  <a:pt x="121444" y="0"/>
                </a:lnTo>
                <a:close/>
                <a:moveTo>
                  <a:pt x="180112" y="212571"/>
                </a:moveTo>
                <a:cubicBezTo>
                  <a:pt x="189622" y="205383"/>
                  <a:pt x="202391" y="205383"/>
                  <a:pt x="211901" y="212571"/>
                </a:cubicBezTo>
                <a:cubicBezTo>
                  <a:pt x="220385" y="219001"/>
                  <a:pt x="230609" y="225162"/>
                  <a:pt x="241905" y="227439"/>
                </a:cubicBezTo>
                <a:cubicBezTo>
                  <a:pt x="253737" y="229850"/>
                  <a:pt x="266149" y="227796"/>
                  <a:pt x="277937" y="218911"/>
                </a:cubicBezTo>
                <a:cubicBezTo>
                  <a:pt x="282669" y="215339"/>
                  <a:pt x="283607" y="208642"/>
                  <a:pt x="280035" y="203909"/>
                </a:cubicBezTo>
                <a:cubicBezTo>
                  <a:pt x="276463" y="199177"/>
                  <a:pt x="269766" y="198239"/>
                  <a:pt x="265033" y="201811"/>
                </a:cubicBezTo>
                <a:cubicBezTo>
                  <a:pt x="258381" y="206812"/>
                  <a:pt x="252264" y="207660"/>
                  <a:pt x="246147" y="206410"/>
                </a:cubicBezTo>
                <a:cubicBezTo>
                  <a:pt x="239494" y="205070"/>
                  <a:pt x="232350" y="201097"/>
                  <a:pt x="224805" y="195426"/>
                </a:cubicBezTo>
                <a:cubicBezTo>
                  <a:pt x="207660" y="182478"/>
                  <a:pt x="184398" y="182478"/>
                  <a:pt x="167208" y="195426"/>
                </a:cubicBezTo>
                <a:cubicBezTo>
                  <a:pt x="156493" y="203508"/>
                  <a:pt x="149036" y="207169"/>
                  <a:pt x="142875" y="207169"/>
                </a:cubicBezTo>
                <a:cubicBezTo>
                  <a:pt x="136714" y="207169"/>
                  <a:pt x="129257" y="203508"/>
                  <a:pt x="118542" y="195426"/>
                </a:cubicBezTo>
                <a:cubicBezTo>
                  <a:pt x="101397" y="182478"/>
                  <a:pt x="78135" y="182478"/>
                  <a:pt x="60945" y="195426"/>
                </a:cubicBezTo>
                <a:cubicBezTo>
                  <a:pt x="51301" y="202704"/>
                  <a:pt x="42505" y="206946"/>
                  <a:pt x="34647" y="206901"/>
                </a:cubicBezTo>
                <a:cubicBezTo>
                  <a:pt x="30361" y="206856"/>
                  <a:pt x="25762" y="205561"/>
                  <a:pt x="20717" y="201766"/>
                </a:cubicBezTo>
                <a:cubicBezTo>
                  <a:pt x="15984" y="198194"/>
                  <a:pt x="9287" y="199132"/>
                  <a:pt x="5715" y="203865"/>
                </a:cubicBezTo>
                <a:cubicBezTo>
                  <a:pt x="2143" y="208597"/>
                  <a:pt x="3125" y="215339"/>
                  <a:pt x="7858" y="218911"/>
                </a:cubicBezTo>
                <a:cubicBezTo>
                  <a:pt x="16386" y="225341"/>
                  <a:pt x="25450" y="228287"/>
                  <a:pt x="34558" y="228332"/>
                </a:cubicBezTo>
                <a:cubicBezTo>
                  <a:pt x="49694" y="228421"/>
                  <a:pt x="63267" y="220563"/>
                  <a:pt x="73893" y="212571"/>
                </a:cubicBezTo>
                <a:cubicBezTo>
                  <a:pt x="83403" y="205383"/>
                  <a:pt x="96173" y="205383"/>
                  <a:pt x="105683" y="212571"/>
                </a:cubicBezTo>
                <a:cubicBezTo>
                  <a:pt x="116488" y="220742"/>
                  <a:pt x="129034" y="228600"/>
                  <a:pt x="142920" y="228600"/>
                </a:cubicBezTo>
                <a:cubicBezTo>
                  <a:pt x="156805" y="228600"/>
                  <a:pt x="169307" y="220697"/>
                  <a:pt x="180156" y="21257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981075" y="5686425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Titanic-DB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81075" y="5915025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Tabellen · 7 Fremdschlüssel · 891 Passagiere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6013" y="5395913"/>
            <a:ext cx="5610225" cy="1076325"/>
          </a:xfrm>
          <a:custGeom>
            <a:avLst/>
            <a:gdLst/>
            <a:ahLst/>
            <a:cxnLst/>
            <a:rect l="l" t="t" r="r" b="b"/>
            <a:pathLst>
              <a:path w="5610225" h="1076325">
                <a:moveTo>
                  <a:pt x="114295" y="0"/>
                </a:moveTo>
                <a:lnTo>
                  <a:pt x="5495930" y="0"/>
                </a:lnTo>
                <a:cubicBezTo>
                  <a:pt x="5559053" y="0"/>
                  <a:pt x="5610225" y="51172"/>
                  <a:pt x="5610225" y="114295"/>
                </a:cubicBezTo>
                <a:lnTo>
                  <a:pt x="5610225" y="962030"/>
                </a:lnTo>
                <a:cubicBezTo>
                  <a:pt x="5610225" y="1025153"/>
                  <a:pt x="5559053" y="1076325"/>
                  <a:pt x="549593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6988" y="58197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6721599" y="5553075"/>
            <a:ext cx="500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Kernprinzip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21599" y="5781675"/>
            <a:ext cx="5019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Schema-Abstraktion — der Agent arbeitet mit lesbaren Daten, nie mit rohen IDs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 PROTOCOL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Context Protocol — Universelle Schnittstelle für KI-Agenten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2071688"/>
            <a:ext cx="11420475" cy="1609725"/>
          </a:xfrm>
          <a:custGeom>
            <a:avLst/>
            <a:gdLst/>
            <a:ahLst/>
            <a:cxnLst/>
            <a:rect l="l" t="t" r="r" b="b"/>
            <a:pathLst>
              <a:path w="11420475" h="1609725">
                <a:moveTo>
                  <a:pt x="114307" y="0"/>
                </a:moveTo>
                <a:lnTo>
                  <a:pt x="11306168" y="0"/>
                </a:lnTo>
                <a:cubicBezTo>
                  <a:pt x="11369256" y="0"/>
                  <a:pt x="11420475" y="51219"/>
                  <a:pt x="11420475" y="114307"/>
                </a:cubicBezTo>
                <a:lnTo>
                  <a:pt x="11420475" y="1495418"/>
                </a:lnTo>
                <a:cubicBezTo>
                  <a:pt x="11420475" y="1558506"/>
                  <a:pt x="11369256" y="1609725"/>
                  <a:pt x="11306168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6677" y="2305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8602" y="24955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81025" y="302895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788" y="32575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Claude, ChatGPT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12429" y="2562225"/>
            <a:ext cx="8496300" cy="38100"/>
          </a:xfrm>
          <a:custGeom>
            <a:avLst/>
            <a:gdLst/>
            <a:ahLst/>
            <a:cxnLst/>
            <a:rect l="l" t="t" r="r" b="b"/>
            <a:pathLst>
              <a:path w="8496300" h="38100">
                <a:moveTo>
                  <a:pt x="19050" y="0"/>
                </a:moveTo>
                <a:lnTo>
                  <a:pt x="8477250" y="0"/>
                </a:lnTo>
                <a:cubicBezTo>
                  <a:pt x="8487764" y="0"/>
                  <a:pt x="8496300" y="8536"/>
                  <a:pt x="8496300" y="19050"/>
                </a:cubicBezTo>
                <a:lnTo>
                  <a:pt x="8496300" y="19050"/>
                </a:lnTo>
                <a:cubicBezTo>
                  <a:pt x="8496300" y="29564"/>
                  <a:pt x="8487764" y="38100"/>
                  <a:pt x="84772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5350818" y="2681288"/>
            <a:ext cx="1419225" cy="390525"/>
          </a:xfrm>
          <a:custGeom>
            <a:avLst/>
            <a:gdLst/>
            <a:ahLst/>
            <a:cxnLst/>
            <a:rect l="l" t="t" r="r" b="b"/>
            <a:pathLst>
              <a:path w="1419225" h="390525">
                <a:moveTo>
                  <a:pt x="76199" y="0"/>
                </a:moveTo>
                <a:lnTo>
                  <a:pt x="1343026" y="0"/>
                </a:lnTo>
                <a:cubicBezTo>
                  <a:pt x="1385109" y="0"/>
                  <a:pt x="1419225" y="34116"/>
                  <a:pt x="1419225" y="76199"/>
                </a:cubicBezTo>
                <a:lnTo>
                  <a:pt x="1419225" y="314326"/>
                </a:lnTo>
                <a:cubicBezTo>
                  <a:pt x="1419225" y="356409"/>
                  <a:pt x="1385109" y="390525"/>
                  <a:pt x="13430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7980" y="276225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JSON-RPC 2.0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12429" y="3152775"/>
            <a:ext cx="8496300" cy="38100"/>
          </a:xfrm>
          <a:custGeom>
            <a:avLst/>
            <a:gdLst/>
            <a:ahLst/>
            <a:cxnLst/>
            <a:rect l="l" t="t" r="r" b="b"/>
            <a:pathLst>
              <a:path w="8496300" h="38100">
                <a:moveTo>
                  <a:pt x="19050" y="0"/>
                </a:moveTo>
                <a:lnTo>
                  <a:pt x="8477250" y="0"/>
                </a:lnTo>
                <a:cubicBezTo>
                  <a:pt x="8487764" y="0"/>
                  <a:pt x="8496300" y="8536"/>
                  <a:pt x="8496300" y="19050"/>
                </a:cubicBezTo>
                <a:lnTo>
                  <a:pt x="8496300" y="19050"/>
                </a:lnTo>
                <a:cubicBezTo>
                  <a:pt x="8496300" y="29564"/>
                  <a:pt x="8487764" y="38100"/>
                  <a:pt x="84772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748218" y="2305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53006" y="2495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495136" y="302895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99899" y="325755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Datenbank A, B, ...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3843338"/>
            <a:ext cx="3695700" cy="1400175"/>
          </a:xfrm>
          <a:custGeom>
            <a:avLst/>
            <a:gdLst/>
            <a:ahLst/>
            <a:cxnLst/>
            <a:rect l="l" t="t" r="r" b="b"/>
            <a:pathLst>
              <a:path w="3695700" h="1400175">
                <a:moveTo>
                  <a:pt x="114296" y="0"/>
                </a:moveTo>
                <a:lnTo>
                  <a:pt x="3581404" y="0"/>
                </a:lnTo>
                <a:cubicBezTo>
                  <a:pt x="3644486" y="0"/>
                  <a:pt x="3695700" y="51214"/>
                  <a:pt x="3695700" y="114296"/>
                </a:cubicBezTo>
                <a:lnTo>
                  <a:pt x="3695700" y="1285879"/>
                </a:lnTo>
                <a:cubicBezTo>
                  <a:pt x="3695700" y="1348961"/>
                  <a:pt x="3644486" y="1400175"/>
                  <a:pt x="35814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2925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4369" y="4133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9533" y="36686"/>
                </a:moveTo>
                <a:cubicBezTo>
                  <a:pt x="192360" y="33858"/>
                  <a:pt x="197086" y="34565"/>
                  <a:pt x="198500" y="38286"/>
                </a:cubicBezTo>
                <a:cubicBezTo>
                  <a:pt x="201030" y="44872"/>
                  <a:pt x="202406" y="52053"/>
                  <a:pt x="202406" y="59531"/>
                </a:cubicBezTo>
                <a:cubicBezTo>
                  <a:pt x="202406" y="92422"/>
                  <a:pt x="175766" y="119063"/>
                  <a:pt x="142875" y="119063"/>
                </a:cubicBezTo>
                <a:cubicBezTo>
                  <a:pt x="136364" y="119063"/>
                  <a:pt x="130076" y="118021"/>
                  <a:pt x="124197" y="116086"/>
                </a:cubicBezTo>
                <a:lnTo>
                  <a:pt x="54657" y="185626"/>
                </a:lnTo>
                <a:cubicBezTo>
                  <a:pt x="44202" y="196081"/>
                  <a:pt x="27236" y="196081"/>
                  <a:pt x="16780" y="185626"/>
                </a:cubicBezTo>
                <a:cubicBezTo>
                  <a:pt x="6325" y="175171"/>
                  <a:pt x="6325" y="158204"/>
                  <a:pt x="16780" y="147749"/>
                </a:cubicBezTo>
                <a:lnTo>
                  <a:pt x="86320" y="78209"/>
                </a:lnTo>
                <a:cubicBezTo>
                  <a:pt x="84386" y="72330"/>
                  <a:pt x="83344" y="66080"/>
                  <a:pt x="83344" y="59531"/>
                </a:cubicBezTo>
                <a:cubicBezTo>
                  <a:pt x="83344" y="26640"/>
                  <a:pt x="109984" y="0"/>
                  <a:pt x="142875" y="0"/>
                </a:cubicBezTo>
                <a:cubicBezTo>
                  <a:pt x="150354" y="0"/>
                  <a:pt x="157535" y="1377"/>
                  <a:pt x="164120" y="3907"/>
                </a:cubicBezTo>
                <a:cubicBezTo>
                  <a:pt x="167841" y="5321"/>
                  <a:pt x="168511" y="10046"/>
                  <a:pt x="165720" y="12874"/>
                </a:cubicBezTo>
                <a:lnTo>
                  <a:pt x="132717" y="45876"/>
                </a:lnTo>
                <a:cubicBezTo>
                  <a:pt x="131601" y="46992"/>
                  <a:pt x="130969" y="48518"/>
                  <a:pt x="130969" y="50081"/>
                </a:cubicBezTo>
                <a:lnTo>
                  <a:pt x="130969" y="65484"/>
                </a:lnTo>
                <a:cubicBezTo>
                  <a:pt x="130969" y="68759"/>
                  <a:pt x="133648" y="71438"/>
                  <a:pt x="136922" y="71438"/>
                </a:cubicBezTo>
                <a:lnTo>
                  <a:pt x="152326" y="71438"/>
                </a:lnTo>
                <a:cubicBezTo>
                  <a:pt x="153888" y="71438"/>
                  <a:pt x="155414" y="70805"/>
                  <a:pt x="156530" y="69689"/>
                </a:cubicBezTo>
                <a:lnTo>
                  <a:pt x="189533" y="3668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25" y="4095750"/>
            <a:ext cx="56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2925" y="4572000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Aktionen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Agent ruft Funktionen auf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925" y="48958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query_passengers()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3843338"/>
            <a:ext cx="3695700" cy="1400175"/>
          </a:xfrm>
          <a:custGeom>
            <a:avLst/>
            <a:gdLst/>
            <a:ahLst/>
            <a:cxnLst/>
            <a:rect l="l" t="t" r="r" b="b"/>
            <a:pathLst>
              <a:path w="3695700" h="1400175">
                <a:moveTo>
                  <a:pt x="114296" y="0"/>
                </a:moveTo>
                <a:lnTo>
                  <a:pt x="3581404" y="0"/>
                </a:lnTo>
                <a:cubicBezTo>
                  <a:pt x="3644486" y="0"/>
                  <a:pt x="3695700" y="51214"/>
                  <a:pt x="3695700" y="114296"/>
                </a:cubicBezTo>
                <a:lnTo>
                  <a:pt x="3695700" y="1285879"/>
                </a:lnTo>
                <a:cubicBezTo>
                  <a:pt x="3695700" y="1348961"/>
                  <a:pt x="3644486" y="1400175"/>
                  <a:pt x="35814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3675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48932" y="4133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75175" y="409575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03675" y="4572000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Kontext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Agent liest Hintergrunddaten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03675" y="48958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schema://tables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7338" y="3843338"/>
            <a:ext cx="3695700" cy="1400175"/>
          </a:xfrm>
          <a:custGeom>
            <a:avLst/>
            <a:gdLst/>
            <a:ahLst/>
            <a:cxnLst/>
            <a:rect l="l" t="t" r="r" b="b"/>
            <a:pathLst>
              <a:path w="3695700" h="1400175">
                <a:moveTo>
                  <a:pt x="114296" y="0"/>
                </a:moveTo>
                <a:lnTo>
                  <a:pt x="3581404" y="0"/>
                </a:lnTo>
                <a:cubicBezTo>
                  <a:pt x="3644486" y="0"/>
                  <a:pt x="3695700" y="51214"/>
                  <a:pt x="3695700" y="114296"/>
                </a:cubicBezTo>
                <a:lnTo>
                  <a:pt x="3695700" y="1285879"/>
                </a:lnTo>
                <a:cubicBezTo>
                  <a:pt x="3695700" y="1348961"/>
                  <a:pt x="3644486" y="1400175"/>
                  <a:pt x="35814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45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397850" y="4133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6789"/>
                </a:moveTo>
                <a:cubicBezTo>
                  <a:pt x="0" y="21878"/>
                  <a:pt x="3981" y="17859"/>
                  <a:pt x="8930" y="17859"/>
                </a:cubicBezTo>
                <a:lnTo>
                  <a:pt x="26789" y="17859"/>
                </a:lnTo>
                <a:cubicBezTo>
                  <a:pt x="31738" y="17859"/>
                  <a:pt x="35719" y="21841"/>
                  <a:pt x="35719" y="26789"/>
                </a:cubicBezTo>
                <a:lnTo>
                  <a:pt x="35719" y="65484"/>
                </a:lnTo>
                <a:lnTo>
                  <a:pt x="44648" y="65484"/>
                </a:lnTo>
                <a:cubicBezTo>
                  <a:pt x="49597" y="65484"/>
                  <a:pt x="53578" y="69466"/>
                  <a:pt x="53578" y="74414"/>
                </a:cubicBezTo>
                <a:cubicBezTo>
                  <a:pt x="53578" y="79363"/>
                  <a:pt x="49597" y="83344"/>
                  <a:pt x="44648" y="83344"/>
                </a:cubicBezTo>
                <a:lnTo>
                  <a:pt x="8930" y="83344"/>
                </a:lnTo>
                <a:cubicBezTo>
                  <a:pt x="3981" y="83344"/>
                  <a:pt x="0" y="79363"/>
                  <a:pt x="0" y="74414"/>
                </a:cubicBezTo>
                <a:cubicBezTo>
                  <a:pt x="0" y="69466"/>
                  <a:pt x="3981" y="65484"/>
                  <a:pt x="8930" y="65484"/>
                </a:cubicBezTo>
                <a:lnTo>
                  <a:pt x="17859" y="65484"/>
                </a:lnTo>
                <a:lnTo>
                  <a:pt x="17859" y="35719"/>
                </a:lnTo>
                <a:lnTo>
                  <a:pt x="8930" y="35719"/>
                </a:lnTo>
                <a:cubicBezTo>
                  <a:pt x="3981" y="35719"/>
                  <a:pt x="0" y="31738"/>
                  <a:pt x="0" y="26789"/>
                </a:cubicBezTo>
                <a:close/>
                <a:moveTo>
                  <a:pt x="11311" y="112068"/>
                </a:moveTo>
                <a:cubicBezTo>
                  <a:pt x="15553" y="108868"/>
                  <a:pt x="20724" y="107156"/>
                  <a:pt x="26045" y="107156"/>
                </a:cubicBezTo>
                <a:lnTo>
                  <a:pt x="27868" y="107156"/>
                </a:lnTo>
                <a:cubicBezTo>
                  <a:pt x="40407" y="107156"/>
                  <a:pt x="50602" y="117351"/>
                  <a:pt x="50602" y="129890"/>
                </a:cubicBezTo>
                <a:cubicBezTo>
                  <a:pt x="50602" y="137182"/>
                  <a:pt x="47104" y="143991"/>
                  <a:pt x="41225" y="148270"/>
                </a:cubicBezTo>
                <a:lnTo>
                  <a:pt x="32296" y="154781"/>
                </a:lnTo>
                <a:lnTo>
                  <a:pt x="44648" y="154781"/>
                </a:lnTo>
                <a:cubicBezTo>
                  <a:pt x="49597" y="154781"/>
                  <a:pt x="53578" y="158762"/>
                  <a:pt x="53578" y="163711"/>
                </a:cubicBezTo>
                <a:cubicBezTo>
                  <a:pt x="53578" y="168659"/>
                  <a:pt x="49597" y="172641"/>
                  <a:pt x="44648" y="172641"/>
                </a:cubicBezTo>
                <a:lnTo>
                  <a:pt x="10902" y="172641"/>
                </a:lnTo>
                <a:cubicBezTo>
                  <a:pt x="4874" y="172641"/>
                  <a:pt x="0" y="167767"/>
                  <a:pt x="0" y="161739"/>
                </a:cubicBezTo>
                <a:cubicBezTo>
                  <a:pt x="0" y="158242"/>
                  <a:pt x="1674" y="154967"/>
                  <a:pt x="4502" y="152921"/>
                </a:cubicBezTo>
                <a:lnTo>
                  <a:pt x="30733" y="133834"/>
                </a:lnTo>
                <a:cubicBezTo>
                  <a:pt x="31998" y="132904"/>
                  <a:pt x="32742" y="131452"/>
                  <a:pt x="32742" y="129890"/>
                </a:cubicBezTo>
                <a:cubicBezTo>
                  <a:pt x="32742" y="127211"/>
                  <a:pt x="30547" y="125016"/>
                  <a:pt x="27868" y="125016"/>
                </a:cubicBezTo>
                <a:lnTo>
                  <a:pt x="26045" y="125016"/>
                </a:lnTo>
                <a:cubicBezTo>
                  <a:pt x="24594" y="125016"/>
                  <a:pt x="23180" y="125499"/>
                  <a:pt x="22027" y="126355"/>
                </a:cubicBezTo>
                <a:lnTo>
                  <a:pt x="14288" y="132159"/>
                </a:lnTo>
                <a:cubicBezTo>
                  <a:pt x="10344" y="135136"/>
                  <a:pt x="4762" y="134317"/>
                  <a:pt x="1786" y="130373"/>
                </a:cubicBezTo>
                <a:cubicBezTo>
                  <a:pt x="-1191" y="126429"/>
                  <a:pt x="-372" y="120848"/>
                  <a:pt x="3572" y="117872"/>
                </a:cubicBezTo>
                <a:lnTo>
                  <a:pt x="11311" y="112068"/>
                </a:lnTo>
                <a:close/>
                <a:moveTo>
                  <a:pt x="83344" y="23812"/>
                </a:move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83344" y="47625"/>
                </a:lnTo>
                <a:cubicBezTo>
                  <a:pt x="76758" y="47625"/>
                  <a:pt x="71438" y="42304"/>
                  <a:pt x="71438" y="35719"/>
                </a:cubicBezTo>
                <a:cubicBezTo>
                  <a:pt x="71438" y="29133"/>
                  <a:pt x="76758" y="23812"/>
                  <a:pt x="83344" y="23812"/>
                </a:cubicBezTo>
                <a:close/>
                <a:moveTo>
                  <a:pt x="83344" y="83344"/>
                </a:move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83344" y="107156"/>
                </a:lnTo>
                <a:cubicBezTo>
                  <a:pt x="76758" y="107156"/>
                  <a:pt x="71438" y="101836"/>
                  <a:pt x="71438" y="95250"/>
                </a:cubicBezTo>
                <a:cubicBezTo>
                  <a:pt x="71438" y="88664"/>
                  <a:pt x="76758" y="83344"/>
                  <a:pt x="83344" y="83344"/>
                </a:cubicBez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8836000" y="409575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64500" y="4572000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Workflows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Schritt-für-Schritt-Anleitungen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64500" y="4895850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analyze_survival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99508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798" y="35302"/>
                </a:moveTo>
                <a:cubicBezTo>
                  <a:pt x="-923" y="31581"/>
                  <a:pt x="-923" y="25539"/>
                  <a:pt x="2798" y="21818"/>
                </a:cubicBezTo>
                <a:cubicBezTo>
                  <a:pt x="6519" y="18098"/>
                  <a:pt x="12561" y="18098"/>
                  <a:pt x="16282" y="21818"/>
                </a:cubicBezTo>
                <a:lnTo>
                  <a:pt x="63907" y="69443"/>
                </a:lnTo>
                <a:cubicBezTo>
                  <a:pt x="67628" y="73164"/>
                  <a:pt x="67628" y="79206"/>
                  <a:pt x="63907" y="82927"/>
                </a:cubicBezTo>
                <a:lnTo>
                  <a:pt x="16282" y="130552"/>
                </a:lnTo>
                <a:cubicBezTo>
                  <a:pt x="12561" y="134273"/>
                  <a:pt x="6519" y="134273"/>
                  <a:pt x="2798" y="130552"/>
                </a:cubicBezTo>
                <a:cubicBezTo>
                  <a:pt x="-923" y="126831"/>
                  <a:pt x="-923" y="120789"/>
                  <a:pt x="2798" y="117068"/>
                </a:cubicBezTo>
                <a:lnTo>
                  <a:pt x="43666" y="76200"/>
                </a:lnTo>
                <a:lnTo>
                  <a:pt x="2798" y="35302"/>
                </a:lnTo>
                <a:close/>
                <a:moveTo>
                  <a:pt x="66675" y="114300"/>
                </a:move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66675" y="133350"/>
                </a:lnTo>
                <a:cubicBezTo>
                  <a:pt x="61406" y="133350"/>
                  <a:pt x="57150" y="129094"/>
                  <a:pt x="57150" y="123825"/>
                </a:cubicBezTo>
                <a:cubicBezTo>
                  <a:pt x="57150" y="118556"/>
                  <a:pt x="61406" y="114300"/>
                  <a:pt x="66675" y="11430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4647158" y="624840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Transport: </a:t>
            </a: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stdio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(lokal)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7966" y="62674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9525" y="0"/>
                </a:lnTo>
                <a:lnTo>
                  <a:pt x="9525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05141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6852791" y="62484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(remote)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ARCHITEKTUR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Schichten — Klare Trennung der Verantwortlichkeiten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11420475" cy="847725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33426"/>
                </a:lnTo>
                <a:cubicBezTo>
                  <a:pt x="11420475" y="796552"/>
                  <a:pt x="11369302" y="847725"/>
                  <a:pt x="113061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3425" y="151447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525" y="1381125"/>
            <a:ext cx="931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server.py — </a:t>
            </a:r>
            <a:r>
              <a:rPr lang="en-US" sz="1350" b="1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Verdrahtung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2525" y="1685925"/>
            <a:ext cx="930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Registriert Tools, Resources, Prompts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37329" y="1495425"/>
            <a:ext cx="1114425" cy="304800"/>
          </a:xfrm>
          <a:custGeom>
            <a:avLst/>
            <a:gdLst/>
            <a:ahLst/>
            <a:cxnLst/>
            <a:rect l="l" t="t" r="r" b="b"/>
            <a:pathLst>
              <a:path w="1114425" h="304800">
                <a:moveTo>
                  <a:pt x="38100" y="0"/>
                </a:moveTo>
                <a:lnTo>
                  <a:pt x="1076325" y="0"/>
                </a:lnTo>
                <a:cubicBezTo>
                  <a:pt x="1097353" y="0"/>
                  <a:pt x="1114425" y="17072"/>
                  <a:pt x="1114425" y="38100"/>
                </a:cubicBezTo>
                <a:lnTo>
                  <a:pt x="1114425" y="266700"/>
                </a:lnTo>
                <a:cubicBezTo>
                  <a:pt x="1114425" y="287728"/>
                  <a:pt x="1097353" y="304800"/>
                  <a:pt x="10763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10537329" y="1495425"/>
            <a:ext cx="118110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@mcp.tool()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2157413"/>
            <a:ext cx="11420475" cy="847725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33426"/>
                </a:lnTo>
                <a:cubicBezTo>
                  <a:pt x="11420475" y="796552"/>
                  <a:pt x="11369302" y="847725"/>
                  <a:pt x="113061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2925" y="2352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6161" y="244792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525" y="2314575"/>
            <a:ext cx="708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tools/ — Geschäftslogik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2525" y="2619375"/>
            <a:ext cx="7077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query.py | analytics.py | sql.py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5726" y="2428875"/>
            <a:ext cx="1676400" cy="304800"/>
          </a:xfrm>
          <a:custGeom>
            <a:avLst/>
            <a:gdLst/>
            <a:ahLst/>
            <a:cxnLst/>
            <a:rect l="l" t="t" r="r" b="b"/>
            <a:pathLst>
              <a:path w="1676400" h="304800">
                <a:moveTo>
                  <a:pt x="38100" y="0"/>
                </a:moveTo>
                <a:lnTo>
                  <a:pt x="1638300" y="0"/>
                </a:lnTo>
                <a:cubicBezTo>
                  <a:pt x="1659328" y="0"/>
                  <a:pt x="1676400" y="17072"/>
                  <a:pt x="1676400" y="38100"/>
                </a:cubicBezTo>
                <a:lnTo>
                  <a:pt x="1676400" y="266700"/>
                </a:lnTo>
                <a:cubicBezTo>
                  <a:pt x="1676400" y="287728"/>
                  <a:pt x="1659328" y="304800"/>
                  <a:pt x="16383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8305726" y="2428875"/>
            <a:ext cx="17430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query_passengers()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5647" y="2428875"/>
            <a:ext cx="1590675" cy="304800"/>
          </a:xfrm>
          <a:custGeom>
            <a:avLst/>
            <a:gdLst/>
            <a:ahLst/>
            <a:cxnLst/>
            <a:rect l="l" t="t" r="r" b="b"/>
            <a:pathLst>
              <a:path w="1590675" h="304800">
                <a:moveTo>
                  <a:pt x="38100" y="0"/>
                </a:moveTo>
                <a:lnTo>
                  <a:pt x="1552575" y="0"/>
                </a:lnTo>
                <a:cubicBezTo>
                  <a:pt x="1573603" y="0"/>
                  <a:pt x="1590675" y="17072"/>
                  <a:pt x="1590675" y="38100"/>
                </a:cubicBezTo>
                <a:lnTo>
                  <a:pt x="1590675" y="266700"/>
                </a:lnTo>
                <a:cubicBezTo>
                  <a:pt x="1590675" y="287728"/>
                  <a:pt x="1573603" y="304800"/>
                  <a:pt x="15525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5647" y="2428875"/>
            <a:ext cx="16573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aggregate_stats()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090863"/>
            <a:ext cx="11420475" cy="847725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33426"/>
                </a:lnTo>
                <a:cubicBezTo>
                  <a:pt x="11420475" y="796552"/>
                  <a:pt x="11369302" y="847725"/>
                  <a:pt x="113061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2925" y="3286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15268" y="33813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525" y="3248025"/>
            <a:ext cx="900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database.py — Datenzugriff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525" y="3552825"/>
            <a:ext cx="899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ALLES SQL lebt hier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(Single Source)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216158" y="3362325"/>
            <a:ext cx="1428750" cy="304800"/>
          </a:xfrm>
          <a:custGeom>
            <a:avLst/>
            <a:gdLst/>
            <a:ahLst/>
            <a:cxnLst/>
            <a:rect l="l" t="t" r="r" b="b"/>
            <a:pathLst>
              <a:path w="1428750" h="304800">
                <a:moveTo>
                  <a:pt x="38100" y="0"/>
                </a:moveTo>
                <a:lnTo>
                  <a:pt x="1390650" y="0"/>
                </a:lnTo>
                <a:cubicBezTo>
                  <a:pt x="1411678" y="0"/>
                  <a:pt x="1428750" y="17072"/>
                  <a:pt x="1428750" y="38100"/>
                </a:cubicBezTo>
                <a:lnTo>
                  <a:pt x="1428750" y="266700"/>
                </a:lnTo>
                <a:cubicBezTo>
                  <a:pt x="1428750" y="287728"/>
                  <a:pt x="1411678" y="304800"/>
                  <a:pt x="13906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10216158" y="3362325"/>
            <a:ext cx="149542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execute_query()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4024313"/>
            <a:ext cx="11420475" cy="857250"/>
          </a:xfrm>
          <a:custGeom>
            <a:avLst/>
            <a:gdLst/>
            <a:ahLst/>
            <a:cxnLst/>
            <a:rect l="l" t="t" r="r" b="b"/>
            <a:pathLst>
              <a:path w="11420475" h="857250">
                <a:moveTo>
                  <a:pt x="114297" y="0"/>
                </a:moveTo>
                <a:lnTo>
                  <a:pt x="11306178" y="0"/>
                </a:lnTo>
                <a:cubicBezTo>
                  <a:pt x="11369260" y="0"/>
                  <a:pt x="11420475" y="51215"/>
                  <a:pt x="11420475" y="114297"/>
                </a:cubicBezTo>
                <a:lnTo>
                  <a:pt x="11420475" y="742953"/>
                </a:lnTo>
                <a:cubicBezTo>
                  <a:pt x="11420475" y="806035"/>
                  <a:pt x="11369260" y="857250"/>
                  <a:pt x="11306178" y="857250"/>
                </a:cubicBezTo>
                <a:lnTo>
                  <a:pt x="114297" y="857250"/>
                </a:lnTo>
                <a:cubicBezTo>
                  <a:pt x="51215" y="857250"/>
                  <a:pt x="0" y="806035"/>
                  <a:pt x="0" y="7429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2925" y="42243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15417" y="4319588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2525" y="4181475"/>
            <a:ext cx="883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config.py — 12-Factor Konfiguration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2525" y="4486275"/>
            <a:ext cx="88296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Umgebungsvariablen mit </a:t>
            </a: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DATABRIDGE_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-Präfix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5647" y="4300538"/>
            <a:ext cx="1590675" cy="304800"/>
          </a:xfrm>
          <a:custGeom>
            <a:avLst/>
            <a:gdLst/>
            <a:ahLst/>
            <a:cxnLst/>
            <a:rect l="l" t="t" r="r" b="b"/>
            <a:pathLst>
              <a:path w="1590675" h="304800">
                <a:moveTo>
                  <a:pt x="38100" y="0"/>
                </a:moveTo>
                <a:lnTo>
                  <a:pt x="1552575" y="0"/>
                </a:lnTo>
                <a:cubicBezTo>
                  <a:pt x="1573603" y="0"/>
                  <a:pt x="1590675" y="17072"/>
                  <a:pt x="1590675" y="38100"/>
                </a:cubicBezTo>
                <a:lnTo>
                  <a:pt x="1590675" y="266700"/>
                </a:lnTo>
                <a:cubicBezTo>
                  <a:pt x="1590675" y="287728"/>
                  <a:pt x="1573603" y="304800"/>
                  <a:pt x="155257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5647" y="4300538"/>
            <a:ext cx="16573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pydantic-settings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" y="6086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981075" y="6086475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Vorteil: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Jede Schicht ist isoliert testbar, änderbar und ersetzbar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SCHEMA-ABSTRAKTION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Ein SQL-Statement löst alle 7 Fremdschlüssel auf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11420475" cy="3781425"/>
          </a:xfrm>
          <a:custGeom>
            <a:avLst/>
            <a:gdLst/>
            <a:ahLst/>
            <a:cxnLst/>
            <a:rect l="l" t="t" r="r" b="b"/>
            <a:pathLst>
              <a:path w="11420475" h="3781425">
                <a:moveTo>
                  <a:pt x="114312" y="0"/>
                </a:moveTo>
                <a:lnTo>
                  <a:pt x="11306163" y="0"/>
                </a:lnTo>
                <a:cubicBezTo>
                  <a:pt x="11369296" y="0"/>
                  <a:pt x="11420475" y="51179"/>
                  <a:pt x="11420475" y="114312"/>
                </a:cubicBezTo>
                <a:lnTo>
                  <a:pt x="11420475" y="3667113"/>
                </a:lnTo>
                <a:cubicBezTo>
                  <a:pt x="11420475" y="3730246"/>
                  <a:pt x="11369296" y="3781425"/>
                  <a:pt x="11306163" y="3781425"/>
                </a:cubicBezTo>
                <a:lnTo>
                  <a:pt x="114312" y="3781425"/>
                </a:lnTo>
                <a:cubicBezTo>
                  <a:pt x="51179" y="3781425"/>
                  <a:pt x="0" y="3730246"/>
                  <a:pt x="0" y="3667113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122" y="14859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71538" y="145732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database.py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09039" y="147637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Vereinfachte Version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1871663"/>
            <a:ext cx="6267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3293" y="1871663"/>
            <a:ext cx="2461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o.survived, o.age, o.fare,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5825" y="2119313"/>
            <a:ext cx="5349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s.sex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44588" y="2119313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8093" y="2119313"/>
            <a:ext cx="7184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c.class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70361" y="2119313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53866" y="2119313"/>
            <a:ext cx="6267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d.deck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04381" y="2119313"/>
            <a:ext cx="1679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87886" y="2119313"/>
            <a:ext cx="993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e.embarked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05411" y="2119313"/>
            <a:ext cx="5349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...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1025" y="2366963"/>
            <a:ext cx="4432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9788" y="2366963"/>
            <a:ext cx="12689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Observation 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1025" y="2614613"/>
            <a:ext cx="9019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LEFT JOIN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550" y="2614613"/>
            <a:ext cx="5349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Sex 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49066" y="2614613"/>
            <a:ext cx="259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24323" y="2614613"/>
            <a:ext cx="18194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o.sex_id = s.sex_id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1025" y="2862263"/>
            <a:ext cx="9019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LEFT JOIN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550" y="2862263"/>
            <a:ext cx="7184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 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32571" y="2862263"/>
            <a:ext cx="259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07828" y="2862263"/>
            <a:ext cx="21865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o.class_id = c.class_id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1025" y="3109913"/>
            <a:ext cx="2461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 (5 weitere LEFT JOINs)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763" y="5243513"/>
            <a:ext cx="5610225" cy="1228725"/>
          </a:xfrm>
          <a:custGeom>
            <a:avLst/>
            <a:gdLst/>
            <a:ahLst/>
            <a:cxnLst/>
            <a:rect l="l" t="t" r="r" b="b"/>
            <a:pathLst>
              <a:path w="5610225" h="12287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1114429"/>
                </a:lnTo>
                <a:cubicBezTo>
                  <a:pt x="5610225" y="1177553"/>
                  <a:pt x="5559053" y="1228725"/>
                  <a:pt x="54959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1025" y="5438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8181" y="5543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1076325" y="5438775"/>
            <a:ext cx="481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LEFT JOIN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6325" y="5781675"/>
            <a:ext cx="4800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Behält alle </a:t>
            </a: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891 Zeilen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INNER JOIN würde 688 verlieren (fehlendes Deck).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6013" y="5243513"/>
            <a:ext cx="5610225" cy="1228725"/>
          </a:xfrm>
          <a:custGeom>
            <a:avLst/>
            <a:gdLst/>
            <a:ahLst/>
            <a:cxnLst/>
            <a:rect l="l" t="t" r="r" b="b"/>
            <a:pathLst>
              <a:path w="5610225" h="1228725">
                <a:moveTo>
                  <a:pt x="114296" y="0"/>
                </a:moveTo>
                <a:lnTo>
                  <a:pt x="5495929" y="0"/>
                </a:lnTo>
                <a:cubicBezTo>
                  <a:pt x="5559053" y="0"/>
                  <a:pt x="5610225" y="51172"/>
                  <a:pt x="5610225" y="114296"/>
                </a:cubicBezTo>
                <a:lnTo>
                  <a:pt x="5610225" y="1114429"/>
                </a:lnTo>
                <a:cubicBezTo>
                  <a:pt x="5610225" y="1177553"/>
                  <a:pt x="5559053" y="1228725"/>
                  <a:pt x="54959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1275" y="54387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98431" y="5543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886575" y="543877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Python-String statt VIEW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86575" y="5781675"/>
            <a:ext cx="3876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Drittanbieter-DB wird </a:t>
            </a: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nicht modifiziert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Read-only Zugriff.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TOOL-ÜBERSICHT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Tools — Vollständiges Abfragespektrum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219200"/>
          <a:ext cx="11430000" cy="3771904"/>
        </p:xfrm>
        <a:graphic>
          <a:graphicData uri="http://schemas.openxmlformats.org/drawingml/2006/table">
            <a:tbl>
              <a:tblPr/>
              <a:tblGrid>
                <a:gridCol w="50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Tool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Zweck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query_passengers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Filtern &amp; Abrufen mit lesbaren Labels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get_passenger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Einzelne Zeile nachschlagen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list_tables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Schema-Erkennung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aggregate_stats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Group-by (avg, count, sum, min, max)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get_survival_analysis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Überlebensraten nach Dimension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describe_column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Spaltenstatistiken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run_sql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Sandboxed SELECT — Escape Hatch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85763" y="5919788"/>
            <a:ext cx="11420475" cy="552450"/>
          </a:xfrm>
          <a:custGeom>
            <a:avLst/>
            <a:gdLst/>
            <a:ahLst/>
            <a:cxnLst/>
            <a:rect l="l" t="t" r="r" b="b"/>
            <a:pathLst>
              <a:path w="11420475" h="552450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38148"/>
                </a:lnTo>
                <a:cubicBezTo>
                  <a:pt x="11420475" y="501275"/>
                  <a:pt x="11369300" y="552450"/>
                  <a:pt x="11306173" y="552450"/>
                </a:cubicBezTo>
                <a:lnTo>
                  <a:pt x="114302" y="552450"/>
                </a:lnTo>
                <a:cubicBezTo>
                  <a:pt x="51217" y="552450"/>
                  <a:pt x="0" y="501233"/>
                  <a:pt x="0" y="4381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738" y="61007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4"/>
          <p:cNvSpPr/>
          <p:nvPr/>
        </p:nvSpPr>
        <p:spPr>
          <a:xfrm>
            <a:off x="895350" y="6076950"/>
            <a:ext cx="7391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Warum 7?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Deckt 90% der Fragen ab. </a:t>
            </a:r>
            <a:r>
              <a:rPr lang="en-US" sz="120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run_sql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erledigt den Rest. Mehr Tools = mehr Verwirrung beim Agenten.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SICHERHEIT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run_sql — 5 Sicherheitsschichten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5478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643063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95363" y="1390650"/>
            <a:ext cx="10810875" cy="771525"/>
          </a:xfrm>
          <a:custGeom>
            <a:avLst/>
            <a:gdLst/>
            <a:ahLst/>
            <a:cxnLst/>
            <a:rect l="l" t="t" r="r" b="b"/>
            <a:pathLst>
              <a:path w="10810875" h="771525">
                <a:moveTo>
                  <a:pt x="114301" y="0"/>
                </a:moveTo>
                <a:lnTo>
                  <a:pt x="10696574" y="0"/>
                </a:lnTo>
                <a:cubicBezTo>
                  <a:pt x="10759701" y="0"/>
                  <a:pt x="10810875" y="51174"/>
                  <a:pt x="10810875" y="114301"/>
                </a:cubicBezTo>
                <a:lnTo>
                  <a:pt x="10810875" y="657224"/>
                </a:lnTo>
                <a:cubicBezTo>
                  <a:pt x="10810875" y="720351"/>
                  <a:pt x="10759701" y="771525"/>
                  <a:pt x="106965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4425" y="1509713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Erstes Wort = SELECT?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4425" y="1814513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Nur SELECT-Statements erlaubt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52311" y="17002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399961" y="1662113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Nein → BLOCKIERT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24050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54236" y="250031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5363" y="2247900"/>
            <a:ext cx="10810875" cy="771525"/>
          </a:xfrm>
          <a:custGeom>
            <a:avLst/>
            <a:gdLst/>
            <a:ahLst/>
            <a:cxnLst/>
            <a:rect l="l" t="t" r="r" b="b"/>
            <a:pathLst>
              <a:path w="10810875" h="771525">
                <a:moveTo>
                  <a:pt x="114301" y="0"/>
                </a:moveTo>
                <a:lnTo>
                  <a:pt x="10696574" y="0"/>
                </a:lnTo>
                <a:cubicBezTo>
                  <a:pt x="10759701" y="0"/>
                  <a:pt x="10810875" y="51174"/>
                  <a:pt x="10810875" y="114301"/>
                </a:cubicBezTo>
                <a:lnTo>
                  <a:pt x="10810875" y="657224"/>
                </a:lnTo>
                <a:cubicBezTo>
                  <a:pt x="10810875" y="720351"/>
                  <a:pt x="10759701" y="771525"/>
                  <a:pt x="106965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4425" y="2366963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Blockierte Keywords?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4425" y="2671763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DROP, INSERT, DELETE, UPDATE, ALTER, CREATE, ...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338569" y="25574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86219" y="2519363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 → BLOCKIERT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32623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3343" y="335756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5363" y="3105150"/>
            <a:ext cx="10810875" cy="771525"/>
          </a:xfrm>
          <a:custGeom>
            <a:avLst/>
            <a:gdLst/>
            <a:ahLst/>
            <a:cxnLst/>
            <a:rect l="l" t="t" r="r" b="b"/>
            <a:pathLst>
              <a:path w="10810875" h="771525">
                <a:moveTo>
                  <a:pt x="114301" y="0"/>
                </a:moveTo>
                <a:lnTo>
                  <a:pt x="10696574" y="0"/>
                </a:lnTo>
                <a:cubicBezTo>
                  <a:pt x="10759701" y="0"/>
                  <a:pt x="10810875" y="51174"/>
                  <a:pt x="10810875" y="114301"/>
                </a:cubicBezTo>
                <a:lnTo>
                  <a:pt x="10810875" y="657224"/>
                </a:lnTo>
                <a:cubicBezTo>
                  <a:pt x="10810875" y="720351"/>
                  <a:pt x="10759701" y="771525"/>
                  <a:pt x="106965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4425" y="3224213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Mehrere Statements?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4425" y="3529013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Semikolon-Detektion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338569" y="3414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9299" y="122783"/>
                </a:moveTo>
                <a:lnTo>
                  <a:pt x="29617" y="43101"/>
                </a:lnTo>
                <a:cubicBezTo>
                  <a:pt x="22949" y="52447"/>
                  <a:pt x="19050" y="63877"/>
                  <a:pt x="19050" y="76200"/>
                </a:cubicBezTo>
                <a:cubicBezTo>
                  <a:pt x="19050" y="107752"/>
                  <a:pt x="44648" y="133350"/>
                  <a:pt x="76200" y="133350"/>
                </a:cubicBezTo>
                <a:cubicBezTo>
                  <a:pt x="88553" y="133350"/>
                  <a:pt x="99983" y="129451"/>
                  <a:pt x="109299" y="122783"/>
                </a:cubicBezTo>
                <a:close/>
                <a:moveTo>
                  <a:pt x="122783" y="109299"/>
                </a:moveTo>
                <a:cubicBezTo>
                  <a:pt x="129451" y="99953"/>
                  <a:pt x="133350" y="88523"/>
                  <a:pt x="133350" y="76200"/>
                </a:cubicBezTo>
                <a:cubicBezTo>
                  <a:pt x="133350" y="44648"/>
                  <a:pt x="107752" y="19050"/>
                  <a:pt x="76200" y="19050"/>
                </a:cubicBezTo>
                <a:cubicBezTo>
                  <a:pt x="63847" y="19050"/>
                  <a:pt x="52417" y="22949"/>
                  <a:pt x="43101" y="29617"/>
                </a:cubicBezTo>
                <a:lnTo>
                  <a:pt x="122783" y="109299"/>
                </a:ln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0586219" y="3376613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 → BLOCKIERT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411956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3492" y="421481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5363" y="3962400"/>
            <a:ext cx="10810875" cy="771525"/>
          </a:xfrm>
          <a:custGeom>
            <a:avLst/>
            <a:gdLst/>
            <a:ahLst/>
            <a:cxnLst/>
            <a:rect l="l" t="t" r="r" b="b"/>
            <a:pathLst>
              <a:path w="10810875" h="771525">
                <a:moveTo>
                  <a:pt x="114301" y="0"/>
                </a:moveTo>
                <a:lnTo>
                  <a:pt x="10696574" y="0"/>
                </a:lnTo>
                <a:cubicBezTo>
                  <a:pt x="10759701" y="0"/>
                  <a:pt x="10810875" y="51174"/>
                  <a:pt x="10810875" y="114301"/>
                </a:cubicBezTo>
                <a:lnTo>
                  <a:pt x="10810875" y="657224"/>
                </a:lnTo>
                <a:cubicBezTo>
                  <a:pt x="10810875" y="720351"/>
                  <a:pt x="10759701" y="771525"/>
                  <a:pt x="106965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4425" y="4081463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 LIMIT?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4425" y="4386263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Schutz gegen große Resultsets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77871" y="42719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0125521" y="423386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Nein → Auto LIMIT 200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49768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4682" y="507206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5363" y="4819650"/>
            <a:ext cx="10810875" cy="771525"/>
          </a:xfrm>
          <a:custGeom>
            <a:avLst/>
            <a:gdLst/>
            <a:ahLst/>
            <a:cxnLst/>
            <a:rect l="l" t="t" r="r" b="b"/>
            <a:pathLst>
              <a:path w="10810875" h="771525">
                <a:moveTo>
                  <a:pt x="114301" y="0"/>
                </a:moveTo>
                <a:lnTo>
                  <a:pt x="10696574" y="0"/>
                </a:lnTo>
                <a:cubicBezTo>
                  <a:pt x="10759701" y="0"/>
                  <a:pt x="10810875" y="51174"/>
                  <a:pt x="10810875" y="114301"/>
                </a:cubicBezTo>
                <a:lnTo>
                  <a:pt x="10810875" y="657224"/>
                </a:lnTo>
                <a:cubicBezTo>
                  <a:pt x="10810875" y="720351"/>
                  <a:pt x="10759701" y="771525"/>
                  <a:pt x="106965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4425" y="4938713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Ausführung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4425" y="5243513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SQLite-Fehler → JSON-Error (kein Stack Trace)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275019" y="51292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10522669" y="5091113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Ergebnis als JSON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5919788"/>
            <a:ext cx="11420475" cy="552450"/>
          </a:xfrm>
          <a:custGeom>
            <a:avLst/>
            <a:gdLst/>
            <a:ahLst/>
            <a:cxnLst/>
            <a:rect l="l" t="t" r="r" b="b"/>
            <a:pathLst>
              <a:path w="11420475" h="552450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38148"/>
                </a:lnTo>
                <a:cubicBezTo>
                  <a:pt x="11420475" y="501275"/>
                  <a:pt x="11369300" y="552450"/>
                  <a:pt x="11306173" y="552450"/>
                </a:cubicBezTo>
                <a:lnTo>
                  <a:pt x="114302" y="552450"/>
                </a:lnTo>
                <a:cubicBezTo>
                  <a:pt x="51217" y="552450"/>
                  <a:pt x="0" y="501233"/>
                  <a:pt x="0" y="43814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738" y="61007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895350" y="6076950"/>
            <a:ext cx="64484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Zusätzlich: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Alle anderen Tools nutzen parametrisierte Queries (</a:t>
            </a: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?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-Platzhalter) gegen SQL Injection.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119 Tests | 95% Abdeckung | 3 Schichten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3695700" cy="3267075"/>
          </a:xfrm>
          <a:custGeom>
            <a:avLst/>
            <a:gdLst/>
            <a:ahLst/>
            <a:cxnLst/>
            <a:rect l="l" t="t" r="r" b="b"/>
            <a:pathLst>
              <a:path w="3695700" h="3267075">
                <a:moveTo>
                  <a:pt x="114315" y="0"/>
                </a:moveTo>
                <a:lnTo>
                  <a:pt x="3581385" y="0"/>
                </a:lnTo>
                <a:cubicBezTo>
                  <a:pt x="3644519" y="0"/>
                  <a:pt x="3695700" y="51181"/>
                  <a:pt x="3695700" y="114315"/>
                </a:cubicBezTo>
                <a:lnTo>
                  <a:pt x="3695700" y="3152760"/>
                </a:lnTo>
                <a:cubicBezTo>
                  <a:pt x="3695700" y="3215894"/>
                  <a:pt x="3644519" y="3267075"/>
                  <a:pt x="3581385" y="3267075"/>
                </a:cubicBezTo>
                <a:lnTo>
                  <a:pt x="114315" y="3267075"/>
                </a:lnTo>
                <a:cubicBezTo>
                  <a:pt x="51181" y="3267075"/>
                  <a:pt x="0" y="3215894"/>
                  <a:pt x="0" y="3152760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6275" y="151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14425" y="1476375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Unit-Tests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95262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Jedes Tool, Resource, Prompt isoliert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75" y="229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225742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 Sekunde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2925" y="3833812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2925" y="39528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test_query.py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41433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test_analytics.py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6513" y="1223963"/>
            <a:ext cx="3695700" cy="3267075"/>
          </a:xfrm>
          <a:custGeom>
            <a:avLst/>
            <a:gdLst/>
            <a:ahLst/>
            <a:cxnLst/>
            <a:rect l="l" t="t" r="r" b="b"/>
            <a:pathLst>
              <a:path w="3695700" h="3267075">
                <a:moveTo>
                  <a:pt x="114315" y="0"/>
                </a:moveTo>
                <a:lnTo>
                  <a:pt x="3581385" y="0"/>
                </a:lnTo>
                <a:cubicBezTo>
                  <a:pt x="3644519" y="0"/>
                  <a:pt x="3695700" y="51181"/>
                  <a:pt x="3695700" y="114315"/>
                </a:cubicBezTo>
                <a:lnTo>
                  <a:pt x="3695700" y="3152760"/>
                </a:lnTo>
                <a:cubicBezTo>
                  <a:pt x="3695700" y="3215894"/>
                  <a:pt x="3644519" y="3267075"/>
                  <a:pt x="3581385" y="3267075"/>
                </a:cubicBezTo>
                <a:lnTo>
                  <a:pt x="114315" y="3267075"/>
                </a:lnTo>
                <a:cubicBezTo>
                  <a:pt x="51181" y="3267075"/>
                  <a:pt x="0" y="3215894"/>
                  <a:pt x="0" y="3152760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367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48932" y="151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75175" y="1476375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Datenbank-Tests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03675" y="195262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SQL-Generierung, Filter, Sandbox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2250" y="22955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0"/>
                </a:moveTo>
                <a:cubicBezTo>
                  <a:pt x="46643" y="0"/>
                  <a:pt x="38100" y="8543"/>
                  <a:pt x="38100" y="19050"/>
                </a:cubicBezTo>
                <a:lnTo>
                  <a:pt x="38100" y="95250"/>
                </a:lnTo>
                <a:cubicBezTo>
                  <a:pt x="38100" y="105757"/>
                  <a:pt x="46643" y="114300"/>
                  <a:pt x="57150" y="114300"/>
                </a:cubicBezTo>
                <a:lnTo>
                  <a:pt x="114300" y="114300"/>
                </a:lnTo>
                <a:cubicBezTo>
                  <a:pt x="124807" y="114300"/>
                  <a:pt x="133350" y="105757"/>
                  <a:pt x="133350" y="95250"/>
                </a:cubicBezTo>
                <a:lnTo>
                  <a:pt x="133350" y="35540"/>
                </a:lnTo>
                <a:cubicBezTo>
                  <a:pt x="133350" y="30361"/>
                  <a:pt x="131237" y="25390"/>
                  <a:pt x="127486" y="21788"/>
                </a:cubicBezTo>
                <a:lnTo>
                  <a:pt x="110311" y="5298"/>
                </a:lnTo>
                <a:cubicBezTo>
                  <a:pt x="106769" y="1905"/>
                  <a:pt x="102037" y="0"/>
                  <a:pt x="97125" y="0"/>
                </a:cubicBezTo>
                <a:lnTo>
                  <a:pt x="57150" y="0"/>
                </a:lnTo>
                <a:close/>
                <a:moveTo>
                  <a:pt x="19050" y="38100"/>
                </a:moveTo>
                <a:cubicBezTo>
                  <a:pt x="8543" y="38100"/>
                  <a:pt x="0" y="46643"/>
                  <a:pt x="0" y="571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76200" y="152400"/>
                </a:lnTo>
                <a:cubicBezTo>
                  <a:pt x="86707" y="152400"/>
                  <a:pt x="95250" y="143857"/>
                  <a:pt x="95250" y="133350"/>
                </a:cubicBezTo>
                <a:lnTo>
                  <a:pt x="95250" y="128588"/>
                </a:lnTo>
                <a:lnTo>
                  <a:pt x="76200" y="128588"/>
                </a:lnTo>
                <a:lnTo>
                  <a:pt x="76200" y="133350"/>
                </a:lnTo>
                <a:lnTo>
                  <a:pt x="19050" y="133350"/>
                </a:lnTo>
                <a:lnTo>
                  <a:pt x="19050" y="57150"/>
                </a:lnTo>
                <a:lnTo>
                  <a:pt x="23813" y="57150"/>
                </a:lnTo>
                <a:lnTo>
                  <a:pt x="23813" y="38100"/>
                </a:lnTo>
                <a:lnTo>
                  <a:pt x="19050" y="381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670375" y="225742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Frische DB-Kopie pro Test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3675" y="3833812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03675" y="39528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test_database.py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3675" y="41433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test_sql_sandbox.py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7338" y="1223963"/>
            <a:ext cx="3695700" cy="3267075"/>
          </a:xfrm>
          <a:custGeom>
            <a:avLst/>
            <a:gdLst/>
            <a:ahLst/>
            <a:cxnLst/>
            <a:rect l="l" t="t" r="r" b="b"/>
            <a:pathLst>
              <a:path w="3695700" h="3267075">
                <a:moveTo>
                  <a:pt x="114315" y="0"/>
                </a:moveTo>
                <a:lnTo>
                  <a:pt x="3581385" y="0"/>
                </a:lnTo>
                <a:cubicBezTo>
                  <a:pt x="3644519" y="0"/>
                  <a:pt x="3695700" y="51181"/>
                  <a:pt x="3695700" y="114315"/>
                </a:cubicBezTo>
                <a:lnTo>
                  <a:pt x="3695700" y="3152760"/>
                </a:lnTo>
                <a:cubicBezTo>
                  <a:pt x="3695700" y="3215894"/>
                  <a:pt x="3644519" y="3267075"/>
                  <a:pt x="3581385" y="3267075"/>
                </a:cubicBezTo>
                <a:lnTo>
                  <a:pt x="114315" y="3267075"/>
                </a:lnTo>
                <a:cubicBezTo>
                  <a:pt x="51181" y="3267075"/>
                  <a:pt x="0" y="3215894"/>
                  <a:pt x="0" y="3152760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4500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85944" y="1514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836000" y="147637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Protokoll-Integration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4500" y="195262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Echter Server via stdio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3550" y="2295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531200" y="22574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JSON-RPC Roundtrip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64500" y="3833812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64500" y="39528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test_integration.py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64500" y="41433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Testet komplette MCP-Kette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4652963"/>
            <a:ext cx="11420475" cy="1114425"/>
          </a:xfrm>
          <a:custGeom>
            <a:avLst/>
            <a:gdLst/>
            <a:ahLst/>
            <a:cxnLst/>
            <a:rect l="l" t="t" r="r" b="b"/>
            <a:pathLst>
              <a:path w="11420475" h="1114425">
                <a:moveTo>
                  <a:pt x="114295" y="0"/>
                </a:moveTo>
                <a:lnTo>
                  <a:pt x="11306180" y="0"/>
                </a:lnTo>
                <a:cubicBezTo>
                  <a:pt x="11369261" y="0"/>
                  <a:pt x="11420475" y="51214"/>
                  <a:pt x="11420475" y="114295"/>
                </a:cubicBezTo>
                <a:lnTo>
                  <a:pt x="11420475" y="1000130"/>
                </a:lnTo>
                <a:cubicBezTo>
                  <a:pt x="11420475" y="1063211"/>
                  <a:pt x="11369261" y="1114425"/>
                  <a:pt x="1130618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738" y="4838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148" y="39715"/>
                </a:moveTo>
                <a:cubicBezTo>
                  <a:pt x="-1038" y="35529"/>
                  <a:pt x="-1038" y="28731"/>
                  <a:pt x="3148" y="24545"/>
                </a:cubicBezTo>
                <a:cubicBezTo>
                  <a:pt x="7334" y="20360"/>
                  <a:pt x="14131" y="20360"/>
                  <a:pt x="18317" y="24545"/>
                </a:cubicBezTo>
                <a:lnTo>
                  <a:pt x="71895" y="78124"/>
                </a:lnTo>
                <a:cubicBezTo>
                  <a:pt x="76081" y="82309"/>
                  <a:pt x="76081" y="89107"/>
                  <a:pt x="71895" y="93293"/>
                </a:cubicBezTo>
                <a:lnTo>
                  <a:pt x="18317" y="146871"/>
                </a:lnTo>
                <a:cubicBezTo>
                  <a:pt x="14131" y="151057"/>
                  <a:pt x="7334" y="151057"/>
                  <a:pt x="3148" y="146871"/>
                </a:cubicBezTo>
                <a:cubicBezTo>
                  <a:pt x="-1038" y="142685"/>
                  <a:pt x="-1038" y="135888"/>
                  <a:pt x="3148" y="131702"/>
                </a:cubicBezTo>
                <a:lnTo>
                  <a:pt x="49124" y="85725"/>
                </a:lnTo>
                <a:lnTo>
                  <a:pt x="3148" y="39715"/>
                </a:ln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871538" y="48101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Ausführung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2925" y="5153025"/>
            <a:ext cx="11106150" cy="457200"/>
          </a:xfrm>
          <a:custGeom>
            <a:avLst/>
            <a:gdLst/>
            <a:ahLst/>
            <a:cxnLst/>
            <a:rect l="l" t="t" r="r" b="b"/>
            <a:pathLst>
              <a:path w="11106150" h="457200">
                <a:moveTo>
                  <a:pt x="76202" y="0"/>
                </a:moveTo>
                <a:lnTo>
                  <a:pt x="11029948" y="0"/>
                </a:lnTo>
                <a:cubicBezTo>
                  <a:pt x="11072033" y="0"/>
                  <a:pt x="11106150" y="34117"/>
                  <a:pt x="11106150" y="76202"/>
                </a:cubicBezTo>
                <a:lnTo>
                  <a:pt x="11106150" y="380998"/>
                </a:lnTo>
                <a:cubicBezTo>
                  <a:pt x="11106150" y="423083"/>
                  <a:pt x="11072033" y="457200"/>
                  <a:pt x="110299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42925" y="5153025"/>
            <a:ext cx="11182350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pytest --cov=mcp_databridge --cov-report=term-missing -v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8644" y="61055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95350" y="6086475"/>
            <a:ext cx="538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Gesamte Testsuite läuft in unter 1 Sekunde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schnelles Feedback bei Entwicklung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PRODUKTIONSTECHNIK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Production-Ready Engineering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23963"/>
            <a:ext cx="5629275" cy="2038350"/>
          </a:xfrm>
          <a:custGeom>
            <a:avLst/>
            <a:gdLst/>
            <a:ahLst/>
            <a:cxnLst/>
            <a:rect l="l" t="t" r="r" b="b"/>
            <a:pathLst>
              <a:path w="5629275" h="2038350">
                <a:moveTo>
                  <a:pt x="114290" y="0"/>
                </a:moveTo>
                <a:lnTo>
                  <a:pt x="5514985" y="0"/>
                </a:lnTo>
                <a:cubicBezTo>
                  <a:pt x="5578105" y="0"/>
                  <a:pt x="5629275" y="51170"/>
                  <a:pt x="5629275" y="114290"/>
                </a:cubicBezTo>
                <a:lnTo>
                  <a:pt x="5629275" y="1924060"/>
                </a:lnTo>
                <a:cubicBezTo>
                  <a:pt x="5629275" y="1987180"/>
                  <a:pt x="5578105" y="2038350"/>
                  <a:pt x="5514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0088" y="1514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14425" y="1476375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0309" y="1990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85813" y="195262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structlog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JSON nach stderr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0309" y="2276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85813" y="223837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Korrelations-IDs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 Request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0309" y="2562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85813" y="2524125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Zeitmessung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 Aufruf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6963" y="1223963"/>
            <a:ext cx="5629275" cy="2038350"/>
          </a:xfrm>
          <a:custGeom>
            <a:avLst/>
            <a:gdLst/>
            <a:ahLst/>
            <a:cxnLst/>
            <a:rect l="l" t="t" r="r" b="b"/>
            <a:pathLst>
              <a:path w="5629275" h="2038350">
                <a:moveTo>
                  <a:pt x="114290" y="0"/>
                </a:moveTo>
                <a:lnTo>
                  <a:pt x="5514985" y="0"/>
                </a:lnTo>
                <a:cubicBezTo>
                  <a:pt x="5578105" y="0"/>
                  <a:pt x="5629275" y="51170"/>
                  <a:pt x="5629275" y="114290"/>
                </a:cubicBezTo>
                <a:lnTo>
                  <a:pt x="5629275" y="1924060"/>
                </a:lnTo>
                <a:cubicBezTo>
                  <a:pt x="5629275" y="1987180"/>
                  <a:pt x="5578105" y="2038350"/>
                  <a:pt x="5514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4125" y="1381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79381" y="151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905625" y="147637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Verbindungen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61509" y="1990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577013" y="1952625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Manager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für sauberes Cleanup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61509" y="2276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77013" y="2238375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WAL-Modus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für bessere Performance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61509" y="25622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577013" y="2524125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30s Timeout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gegen Hänger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3424238"/>
            <a:ext cx="5629275" cy="2038350"/>
          </a:xfrm>
          <a:custGeom>
            <a:avLst/>
            <a:gdLst/>
            <a:ahLst/>
            <a:cxnLst/>
            <a:rect l="l" t="t" r="r" b="b"/>
            <a:pathLst>
              <a:path w="5629275" h="2038350">
                <a:moveTo>
                  <a:pt x="114290" y="0"/>
                </a:moveTo>
                <a:lnTo>
                  <a:pt x="5514985" y="0"/>
                </a:lnTo>
                <a:cubicBezTo>
                  <a:pt x="5578105" y="0"/>
                  <a:pt x="5629275" y="51170"/>
                  <a:pt x="5629275" y="114290"/>
                </a:cubicBezTo>
                <a:lnTo>
                  <a:pt x="5629275" y="1924060"/>
                </a:lnTo>
                <a:cubicBezTo>
                  <a:pt x="5629275" y="1987180"/>
                  <a:pt x="5578105" y="2038350"/>
                  <a:pt x="5514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925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2463" y="3714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1114425" y="36766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Konfiguration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0309" y="4191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85813" y="41529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pydantic-settings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für Validierung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0309" y="4476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85813" y="44386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12-Factor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 Prinzipien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0309" y="4762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85813" y="472440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Gleicher Code </a:t>
            </a: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lokal + Docker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963" y="3424238"/>
            <a:ext cx="5629275" cy="2038350"/>
          </a:xfrm>
          <a:custGeom>
            <a:avLst/>
            <a:gdLst/>
            <a:ahLst/>
            <a:cxnLst/>
            <a:rect l="l" t="t" r="r" b="b"/>
            <a:pathLst>
              <a:path w="5629275" h="2038350">
                <a:moveTo>
                  <a:pt x="114290" y="0"/>
                </a:moveTo>
                <a:lnTo>
                  <a:pt x="5514985" y="0"/>
                </a:lnTo>
                <a:cubicBezTo>
                  <a:pt x="5578105" y="0"/>
                  <a:pt x="5629275" y="51170"/>
                  <a:pt x="5629275" y="114290"/>
                </a:cubicBezTo>
                <a:lnTo>
                  <a:pt x="5629275" y="1924060"/>
                </a:lnTo>
                <a:cubicBezTo>
                  <a:pt x="5629275" y="1987180"/>
                  <a:pt x="5578105" y="2038350"/>
                  <a:pt x="5514985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4125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43663" y="3714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6905625" y="367665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1509" y="4191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577013" y="41529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Schlankes Image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(Alpine-basiert)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1509" y="4476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577013" y="443865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Non-Root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appuser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1509" y="4762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577013" y="47244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WAL-kompatibles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Volume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5624513"/>
            <a:ext cx="11420475" cy="847725"/>
          </a:xfrm>
          <a:custGeom>
            <a:avLst/>
            <a:gdLst/>
            <a:ahLst/>
            <a:cxnLst/>
            <a:rect l="l" t="t" r="r" b="b"/>
            <a:pathLst>
              <a:path w="11420475" h="847725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733426"/>
                </a:lnTo>
                <a:cubicBezTo>
                  <a:pt x="11420475" y="796552"/>
                  <a:pt x="11369302" y="847725"/>
                  <a:pt x="113061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8644" y="5953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895350" y="5781675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5350" y="608647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Lint → Type-Check (mypy strict) → Test (Python 3.11-3.13) → Docker-Build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992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kern="0" spc="53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— MCP INSPECTOR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602074"/>
            <a:ext cx="11673547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Demo: Protokollebene — MCP Inspector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486" y="1393340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71612" y="1443513"/>
            <a:ext cx="133794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6947" y="1364073"/>
            <a:ext cx="11046387" cy="643885"/>
          </a:xfrm>
          <a:custGeom>
            <a:avLst/>
            <a:gdLst/>
            <a:ahLst/>
            <a:cxnLst/>
            <a:rect l="l" t="t" r="r" b="b"/>
            <a:pathLst>
              <a:path w="11046387" h="643885">
                <a:moveTo>
                  <a:pt x="100343" y="0"/>
                </a:moveTo>
                <a:lnTo>
                  <a:pt x="10946044" y="0"/>
                </a:lnTo>
                <a:cubicBezTo>
                  <a:pt x="11001462" y="0"/>
                  <a:pt x="11046387" y="44925"/>
                  <a:pt x="11046387" y="100343"/>
                </a:cubicBezTo>
                <a:lnTo>
                  <a:pt x="11046387" y="543542"/>
                </a:lnTo>
                <a:cubicBezTo>
                  <a:pt x="11046387" y="598960"/>
                  <a:pt x="11001462" y="643885"/>
                  <a:pt x="10946044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1473" y="1468600"/>
            <a:ext cx="156372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list_tables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1473" y="1702740"/>
            <a:ext cx="156372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Tabellen, 891 Passagiere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569217" y="1602394"/>
            <a:ext cx="146337" cy="167243"/>
          </a:xfrm>
          <a:custGeom>
            <a:avLst/>
            <a:gdLst/>
            <a:ahLst/>
            <a:cxnLst/>
            <a:rect l="l" t="t" r="r" b="b"/>
            <a:pathLst>
              <a:path w="146337" h="167243">
                <a:moveTo>
                  <a:pt x="83621" y="52263"/>
                </a:moveTo>
                <a:lnTo>
                  <a:pt x="83621" y="83621"/>
                </a:lnTo>
                <a:lnTo>
                  <a:pt x="125432" y="83621"/>
                </a:lnTo>
                <a:lnTo>
                  <a:pt x="125432" y="52263"/>
                </a:lnTo>
                <a:lnTo>
                  <a:pt x="83621" y="52263"/>
                </a:lnTo>
                <a:close/>
                <a:moveTo>
                  <a:pt x="62716" y="52263"/>
                </a:moveTo>
                <a:lnTo>
                  <a:pt x="20905" y="52263"/>
                </a:lnTo>
                <a:lnTo>
                  <a:pt x="20905" y="83621"/>
                </a:lnTo>
                <a:lnTo>
                  <a:pt x="62716" y="83621"/>
                </a:lnTo>
                <a:lnTo>
                  <a:pt x="62716" y="52263"/>
                </a:lnTo>
                <a:close/>
                <a:moveTo>
                  <a:pt x="0" y="104527"/>
                </a:moveTo>
                <a:lnTo>
                  <a:pt x="0" y="31358"/>
                </a:lnTo>
                <a:cubicBezTo>
                  <a:pt x="0" y="19827"/>
                  <a:pt x="9375" y="10453"/>
                  <a:pt x="20905" y="10453"/>
                </a:cubicBezTo>
                <a:lnTo>
                  <a:pt x="125432" y="10453"/>
                </a:lnTo>
                <a:cubicBezTo>
                  <a:pt x="136963" y="10453"/>
                  <a:pt x="146337" y="19827"/>
                  <a:pt x="146337" y="31358"/>
                </a:cubicBezTo>
                <a:lnTo>
                  <a:pt x="146337" y="135885"/>
                </a:lnTo>
                <a:cubicBezTo>
                  <a:pt x="146337" y="147415"/>
                  <a:pt x="136963" y="156790"/>
                  <a:pt x="125432" y="156790"/>
                </a:cubicBezTo>
                <a:lnTo>
                  <a:pt x="20905" y="156790"/>
                </a:lnTo>
                <a:cubicBezTo>
                  <a:pt x="9375" y="156790"/>
                  <a:pt x="0" y="147415"/>
                  <a:pt x="0" y="135885"/>
                </a:cubicBezTo>
                <a:lnTo>
                  <a:pt x="0" y="104527"/>
                </a:lnTo>
                <a:close/>
                <a:moveTo>
                  <a:pt x="125432" y="104527"/>
                </a:moveTo>
                <a:lnTo>
                  <a:pt x="83621" y="104527"/>
                </a:lnTo>
                <a:lnTo>
                  <a:pt x="83621" y="135885"/>
                </a:lnTo>
                <a:lnTo>
                  <a:pt x="125432" y="135885"/>
                </a:lnTo>
                <a:lnTo>
                  <a:pt x="125432" y="104527"/>
                </a:lnTo>
                <a:close/>
                <a:moveTo>
                  <a:pt x="62716" y="135885"/>
                </a:moveTo>
                <a:lnTo>
                  <a:pt x="62716" y="104527"/>
                </a:lnTo>
                <a:lnTo>
                  <a:pt x="20905" y="104527"/>
                </a:lnTo>
                <a:lnTo>
                  <a:pt x="20905" y="135885"/>
                </a:lnTo>
                <a:lnTo>
                  <a:pt x="62716" y="135885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34486" y="2145933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958" y="2196106"/>
            <a:ext cx="158881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947" y="2116666"/>
            <a:ext cx="11046387" cy="643885"/>
          </a:xfrm>
          <a:custGeom>
            <a:avLst/>
            <a:gdLst/>
            <a:ahLst/>
            <a:cxnLst/>
            <a:rect l="l" t="t" r="r" b="b"/>
            <a:pathLst>
              <a:path w="11046387" h="643885">
                <a:moveTo>
                  <a:pt x="100343" y="0"/>
                </a:moveTo>
                <a:lnTo>
                  <a:pt x="10946044" y="0"/>
                </a:lnTo>
                <a:cubicBezTo>
                  <a:pt x="11001462" y="0"/>
                  <a:pt x="11046387" y="44925"/>
                  <a:pt x="11046387" y="100343"/>
                </a:cubicBezTo>
                <a:lnTo>
                  <a:pt x="11046387" y="543542"/>
                </a:lnTo>
                <a:cubicBezTo>
                  <a:pt x="11046387" y="598960"/>
                  <a:pt x="11001462" y="643885"/>
                  <a:pt x="10946044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1473" y="2221192"/>
            <a:ext cx="393020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query_passengers({"sex": "female", "pclass": 1})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1473" y="2455332"/>
            <a:ext cx="3930206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 Ergebnisse, lesbare Labels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558764" y="2354987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10453" y="20905"/>
                </a:moveTo>
                <a:cubicBezTo>
                  <a:pt x="6239" y="20905"/>
                  <a:pt x="2417" y="23453"/>
                  <a:pt x="784" y="27373"/>
                </a:cubicBezTo>
                <a:cubicBezTo>
                  <a:pt x="-849" y="31293"/>
                  <a:pt x="65" y="35768"/>
                  <a:pt x="3070" y="38740"/>
                </a:cubicBezTo>
                <a:lnTo>
                  <a:pt x="62716" y="98418"/>
                </a:lnTo>
                <a:lnTo>
                  <a:pt x="62716" y="135885"/>
                </a:lnTo>
                <a:cubicBezTo>
                  <a:pt x="62716" y="138661"/>
                  <a:pt x="63827" y="141307"/>
                  <a:pt x="65787" y="143267"/>
                </a:cubicBezTo>
                <a:lnTo>
                  <a:pt x="86692" y="164172"/>
                </a:lnTo>
                <a:cubicBezTo>
                  <a:pt x="89697" y="167177"/>
                  <a:pt x="94172" y="168059"/>
                  <a:pt x="98092" y="166426"/>
                </a:cubicBezTo>
                <a:cubicBezTo>
                  <a:pt x="102012" y="164793"/>
                  <a:pt x="104527" y="161004"/>
                  <a:pt x="104527" y="156790"/>
                </a:cubicBezTo>
                <a:lnTo>
                  <a:pt x="104527" y="98418"/>
                </a:lnTo>
                <a:lnTo>
                  <a:pt x="164172" y="38773"/>
                </a:lnTo>
                <a:cubicBezTo>
                  <a:pt x="167177" y="35768"/>
                  <a:pt x="168059" y="31293"/>
                  <a:pt x="166426" y="27373"/>
                </a:cubicBezTo>
                <a:cubicBezTo>
                  <a:pt x="164793" y="23453"/>
                  <a:pt x="161004" y="20905"/>
                  <a:pt x="156790" y="20905"/>
                </a:cubicBezTo>
                <a:lnTo>
                  <a:pt x="10453" y="20905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34486" y="2898526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305" y="2948698"/>
            <a:ext cx="16724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6947" y="2869258"/>
            <a:ext cx="11046387" cy="643885"/>
          </a:xfrm>
          <a:custGeom>
            <a:avLst/>
            <a:gdLst/>
            <a:ahLst/>
            <a:cxnLst/>
            <a:rect l="l" t="t" r="r" b="b"/>
            <a:pathLst>
              <a:path w="11046387" h="643885">
                <a:moveTo>
                  <a:pt x="100343" y="0"/>
                </a:moveTo>
                <a:lnTo>
                  <a:pt x="10946044" y="0"/>
                </a:lnTo>
                <a:cubicBezTo>
                  <a:pt x="11001462" y="0"/>
                  <a:pt x="11046387" y="44925"/>
                  <a:pt x="11046387" y="100343"/>
                </a:cubicBezTo>
                <a:lnTo>
                  <a:pt x="11046387" y="543542"/>
                </a:lnTo>
                <a:cubicBezTo>
                  <a:pt x="11046387" y="598960"/>
                  <a:pt x="11001462" y="643885"/>
                  <a:pt x="10946044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473" y="2973785"/>
            <a:ext cx="232467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get_survival_analysis("sex")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1473" y="3207925"/>
            <a:ext cx="232467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74,2%</a:t>
            </a: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Frauen vs </a:t>
            </a:r>
            <a:r>
              <a:rPr lang="en-US" sz="105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18,9%</a:t>
            </a: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Männer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548311" y="3107579"/>
            <a:ext cx="188148" cy="167243"/>
          </a:xfrm>
          <a:custGeom>
            <a:avLst/>
            <a:gdLst/>
            <a:ahLst/>
            <a:cxnLst/>
            <a:rect l="l" t="t" r="r" b="b"/>
            <a:pathLst>
              <a:path w="188148" h="167243">
                <a:moveTo>
                  <a:pt x="167373" y="78395"/>
                </a:moveTo>
                <a:lnTo>
                  <a:pt x="109884" y="78395"/>
                </a:lnTo>
                <a:cubicBezTo>
                  <a:pt x="104102" y="78395"/>
                  <a:pt x="99431" y="73724"/>
                  <a:pt x="99431" y="67942"/>
                </a:cubicBezTo>
                <a:lnTo>
                  <a:pt x="99431" y="10453"/>
                </a:lnTo>
                <a:cubicBezTo>
                  <a:pt x="99431" y="4671"/>
                  <a:pt x="104135" y="-65"/>
                  <a:pt x="109851" y="686"/>
                </a:cubicBezTo>
                <a:cubicBezTo>
                  <a:pt x="144802" y="5324"/>
                  <a:pt x="172502" y="33024"/>
                  <a:pt x="177140" y="67975"/>
                </a:cubicBezTo>
                <a:cubicBezTo>
                  <a:pt x="177891" y="73691"/>
                  <a:pt x="173155" y="78395"/>
                  <a:pt x="167373" y="78395"/>
                </a:cubicBezTo>
                <a:close/>
                <a:moveTo>
                  <a:pt x="72711" y="12151"/>
                </a:moveTo>
                <a:cubicBezTo>
                  <a:pt x="78624" y="10910"/>
                  <a:pt x="83752" y="15744"/>
                  <a:pt x="83752" y="21787"/>
                </a:cubicBezTo>
                <a:lnTo>
                  <a:pt x="83752" y="86235"/>
                </a:lnTo>
                <a:cubicBezTo>
                  <a:pt x="83752" y="88064"/>
                  <a:pt x="84405" y="89828"/>
                  <a:pt x="85549" y="91232"/>
                </a:cubicBezTo>
                <a:lnTo>
                  <a:pt x="128699" y="143300"/>
                </a:lnTo>
                <a:cubicBezTo>
                  <a:pt x="132520" y="147905"/>
                  <a:pt x="131704" y="154863"/>
                  <a:pt x="126445" y="157705"/>
                </a:cubicBezTo>
                <a:cubicBezTo>
                  <a:pt x="115306" y="163780"/>
                  <a:pt x="102534" y="167243"/>
                  <a:pt x="88978" y="167243"/>
                </a:cubicBezTo>
                <a:cubicBezTo>
                  <a:pt x="45698" y="167243"/>
                  <a:pt x="10583" y="132128"/>
                  <a:pt x="10583" y="88848"/>
                </a:cubicBezTo>
                <a:cubicBezTo>
                  <a:pt x="10583" y="51120"/>
                  <a:pt x="37205" y="19631"/>
                  <a:pt x="72711" y="12151"/>
                </a:cubicBezTo>
                <a:close/>
                <a:moveTo>
                  <a:pt x="156072" y="94074"/>
                </a:moveTo>
                <a:lnTo>
                  <a:pt x="176977" y="94074"/>
                </a:lnTo>
                <a:cubicBezTo>
                  <a:pt x="183020" y="94074"/>
                  <a:pt x="187854" y="99202"/>
                  <a:pt x="186613" y="105115"/>
                </a:cubicBezTo>
                <a:cubicBezTo>
                  <a:pt x="183281" y="120924"/>
                  <a:pt x="175180" y="134970"/>
                  <a:pt x="163878" y="145684"/>
                </a:cubicBezTo>
                <a:cubicBezTo>
                  <a:pt x="159861" y="149506"/>
                  <a:pt x="153556" y="148689"/>
                  <a:pt x="150029" y="144410"/>
                </a:cubicBezTo>
                <a:lnTo>
                  <a:pt x="122460" y="111190"/>
                </a:lnTo>
                <a:cubicBezTo>
                  <a:pt x="116809" y="104363"/>
                  <a:pt x="121676" y="94074"/>
                  <a:pt x="130495" y="94074"/>
                </a:cubicBezTo>
                <a:lnTo>
                  <a:pt x="156039" y="94074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334486" y="3651118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370" y="3701291"/>
            <a:ext cx="16724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6947" y="3621851"/>
            <a:ext cx="11046387" cy="643885"/>
          </a:xfrm>
          <a:custGeom>
            <a:avLst/>
            <a:gdLst/>
            <a:ahLst/>
            <a:cxnLst/>
            <a:rect l="l" t="t" r="r" b="b"/>
            <a:pathLst>
              <a:path w="11046387" h="643885">
                <a:moveTo>
                  <a:pt x="100343" y="0"/>
                </a:moveTo>
                <a:lnTo>
                  <a:pt x="10946044" y="0"/>
                </a:lnTo>
                <a:cubicBezTo>
                  <a:pt x="11001462" y="0"/>
                  <a:pt x="11046387" y="44925"/>
                  <a:pt x="11046387" y="100343"/>
                </a:cubicBezTo>
                <a:lnTo>
                  <a:pt x="11046387" y="543542"/>
                </a:lnTo>
                <a:cubicBezTo>
                  <a:pt x="11046387" y="598960"/>
                  <a:pt x="11001462" y="643885"/>
                  <a:pt x="10946044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473" y="3726378"/>
            <a:ext cx="321106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aggregate_stats("class", "avg", "fare")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1473" y="3960517"/>
            <a:ext cx="321106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Erste Klasse </a:t>
            </a:r>
            <a:r>
              <a:rPr lang="en-US" sz="105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£84</a:t>
            </a: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Dritte </a:t>
            </a:r>
            <a:r>
              <a:rPr lang="en-US" sz="105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£13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579669" y="3860172"/>
            <a:ext cx="125432" cy="167243"/>
          </a:xfrm>
          <a:custGeom>
            <a:avLst/>
            <a:gdLst/>
            <a:ahLst/>
            <a:cxnLst/>
            <a:rect l="l" t="t" r="r" b="b"/>
            <a:pathLst>
              <a:path w="125432" h="167243">
                <a:moveTo>
                  <a:pt x="29823" y="94074"/>
                </a:moveTo>
                <a:lnTo>
                  <a:pt x="18456" y="94074"/>
                </a:lnTo>
                <a:cubicBezTo>
                  <a:pt x="14111" y="94074"/>
                  <a:pt x="10616" y="90579"/>
                  <a:pt x="10616" y="86235"/>
                </a:cubicBezTo>
                <a:cubicBezTo>
                  <a:pt x="10616" y="81890"/>
                  <a:pt x="14111" y="78395"/>
                  <a:pt x="18456" y="78395"/>
                </a:cubicBezTo>
                <a:lnTo>
                  <a:pt x="25446" y="78395"/>
                </a:lnTo>
                <a:cubicBezTo>
                  <a:pt x="12184" y="48115"/>
                  <a:pt x="34331" y="13719"/>
                  <a:pt x="67812" y="13719"/>
                </a:cubicBezTo>
                <a:lnTo>
                  <a:pt x="70490" y="13719"/>
                </a:lnTo>
                <a:cubicBezTo>
                  <a:pt x="81466" y="13719"/>
                  <a:pt x="92114" y="17410"/>
                  <a:pt x="100705" y="24237"/>
                </a:cubicBezTo>
                <a:lnTo>
                  <a:pt x="105964" y="28386"/>
                </a:lnTo>
                <a:cubicBezTo>
                  <a:pt x="110504" y="31979"/>
                  <a:pt x="111256" y="38544"/>
                  <a:pt x="107663" y="43085"/>
                </a:cubicBezTo>
                <a:cubicBezTo>
                  <a:pt x="104069" y="47625"/>
                  <a:pt x="97504" y="48376"/>
                  <a:pt x="92963" y="44783"/>
                </a:cubicBezTo>
                <a:lnTo>
                  <a:pt x="87704" y="40635"/>
                </a:lnTo>
                <a:cubicBezTo>
                  <a:pt x="82805" y="36748"/>
                  <a:pt x="76729" y="34624"/>
                  <a:pt x="70458" y="34624"/>
                </a:cubicBezTo>
                <a:lnTo>
                  <a:pt x="67779" y="34624"/>
                </a:lnTo>
                <a:cubicBezTo>
                  <a:pt x="49062" y="34624"/>
                  <a:pt x="36846" y="54191"/>
                  <a:pt x="45012" y="71013"/>
                </a:cubicBezTo>
                <a:cubicBezTo>
                  <a:pt x="46188" y="73430"/>
                  <a:pt x="47168" y="75880"/>
                  <a:pt x="47984" y="78395"/>
                </a:cubicBezTo>
                <a:lnTo>
                  <a:pt x="96818" y="78395"/>
                </a:lnTo>
                <a:cubicBezTo>
                  <a:pt x="101162" y="78395"/>
                  <a:pt x="104657" y="81890"/>
                  <a:pt x="104657" y="86235"/>
                </a:cubicBezTo>
                <a:cubicBezTo>
                  <a:pt x="104657" y="90579"/>
                  <a:pt x="101162" y="94074"/>
                  <a:pt x="96818" y="94074"/>
                </a:cubicBezTo>
                <a:lnTo>
                  <a:pt x="50695" y="94074"/>
                </a:lnTo>
                <a:cubicBezTo>
                  <a:pt x="51022" y="105605"/>
                  <a:pt x="47854" y="117135"/>
                  <a:pt x="41255" y="127033"/>
                </a:cubicBezTo>
                <a:lnTo>
                  <a:pt x="35343" y="135885"/>
                </a:lnTo>
                <a:lnTo>
                  <a:pt x="104657" y="135885"/>
                </a:lnTo>
                <a:cubicBezTo>
                  <a:pt x="110439" y="135885"/>
                  <a:pt x="115110" y="140556"/>
                  <a:pt x="115110" y="146337"/>
                </a:cubicBezTo>
                <a:cubicBezTo>
                  <a:pt x="115110" y="152119"/>
                  <a:pt x="110439" y="156790"/>
                  <a:pt x="104657" y="156790"/>
                </a:cubicBezTo>
                <a:lnTo>
                  <a:pt x="15810" y="156790"/>
                </a:lnTo>
                <a:cubicBezTo>
                  <a:pt x="11955" y="156790"/>
                  <a:pt x="8427" y="154667"/>
                  <a:pt x="6598" y="151270"/>
                </a:cubicBezTo>
                <a:cubicBezTo>
                  <a:pt x="4769" y="147873"/>
                  <a:pt x="4965" y="143757"/>
                  <a:pt x="7121" y="140523"/>
                </a:cubicBezTo>
                <a:lnTo>
                  <a:pt x="23845" y="115437"/>
                </a:lnTo>
                <a:cubicBezTo>
                  <a:pt x="28124" y="109034"/>
                  <a:pt x="30117" y="101522"/>
                  <a:pt x="29790" y="9407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4486" y="4403711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8350" y="4453884"/>
            <a:ext cx="158881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6947" y="4374443"/>
            <a:ext cx="11046387" cy="643885"/>
          </a:xfrm>
          <a:custGeom>
            <a:avLst/>
            <a:gdLst/>
            <a:ahLst/>
            <a:cxnLst/>
            <a:rect l="l" t="t" r="r" b="b"/>
            <a:pathLst>
              <a:path w="11046387" h="643885">
                <a:moveTo>
                  <a:pt x="100343" y="0"/>
                </a:moveTo>
                <a:lnTo>
                  <a:pt x="10946044" y="0"/>
                </a:lnTo>
                <a:cubicBezTo>
                  <a:pt x="11001462" y="0"/>
                  <a:pt x="11046387" y="44925"/>
                  <a:pt x="11046387" y="100343"/>
                </a:cubicBezTo>
                <a:lnTo>
                  <a:pt x="11046387" y="543542"/>
                </a:lnTo>
                <a:cubicBezTo>
                  <a:pt x="11046387" y="598960"/>
                  <a:pt x="11001462" y="643885"/>
                  <a:pt x="10946044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1473" y="4478970"/>
            <a:ext cx="2726058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EF44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run_sql("DROP TABLE Observation")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1473" y="4713110"/>
            <a:ext cx="2726058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BLOCKIERT</a:t>
            </a: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Sicherheitsschicht greift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558764" y="4612764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119944" y="134742"/>
                </a:moveTo>
                <a:lnTo>
                  <a:pt x="32501" y="47298"/>
                </a:lnTo>
                <a:cubicBezTo>
                  <a:pt x="25184" y="57555"/>
                  <a:pt x="20905" y="70098"/>
                  <a:pt x="20905" y="83621"/>
                </a:cubicBezTo>
                <a:cubicBezTo>
                  <a:pt x="20905" y="118246"/>
                  <a:pt x="48997" y="146337"/>
                  <a:pt x="83621" y="146337"/>
                </a:cubicBezTo>
                <a:cubicBezTo>
                  <a:pt x="97177" y="146337"/>
                  <a:pt x="109720" y="142058"/>
                  <a:pt x="119944" y="134742"/>
                </a:cubicBezTo>
                <a:close/>
                <a:moveTo>
                  <a:pt x="134742" y="119944"/>
                </a:moveTo>
                <a:cubicBezTo>
                  <a:pt x="142058" y="109688"/>
                  <a:pt x="146337" y="97145"/>
                  <a:pt x="146337" y="83621"/>
                </a:cubicBezTo>
                <a:cubicBezTo>
                  <a:pt x="146337" y="48997"/>
                  <a:pt x="118246" y="20905"/>
                  <a:pt x="83621" y="20905"/>
                </a:cubicBezTo>
                <a:cubicBezTo>
                  <a:pt x="70066" y="20905"/>
                  <a:pt x="57522" y="25184"/>
                  <a:pt x="47298" y="32501"/>
                </a:cubicBezTo>
                <a:lnTo>
                  <a:pt x="134742" y="119944"/>
                </a:lnTo>
                <a:close/>
                <a:moveTo>
                  <a:pt x="0" y="83621"/>
                </a:moveTo>
                <a:cubicBezTo>
                  <a:pt x="0" y="37469"/>
                  <a:pt x="37469" y="0"/>
                  <a:pt x="83621" y="0"/>
                </a:cubicBezTo>
                <a:cubicBezTo>
                  <a:pt x="129773" y="0"/>
                  <a:pt x="167243" y="37469"/>
                  <a:pt x="167243" y="83621"/>
                </a:cubicBezTo>
                <a:cubicBezTo>
                  <a:pt x="167243" y="129773"/>
                  <a:pt x="129773" y="167243"/>
                  <a:pt x="83621" y="167243"/>
                </a:cubicBezTo>
                <a:cubicBezTo>
                  <a:pt x="37469" y="167243"/>
                  <a:pt x="0" y="129773"/>
                  <a:pt x="0" y="83621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334486" y="5156303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6717" y="5206476"/>
            <a:ext cx="16724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6947" y="5127036"/>
            <a:ext cx="11046387" cy="643885"/>
          </a:xfrm>
          <a:custGeom>
            <a:avLst/>
            <a:gdLst/>
            <a:ahLst/>
            <a:cxnLst/>
            <a:rect l="l" t="t" r="r" b="b"/>
            <a:pathLst>
              <a:path w="11046387" h="643885">
                <a:moveTo>
                  <a:pt x="100343" y="0"/>
                </a:moveTo>
                <a:lnTo>
                  <a:pt x="10946044" y="0"/>
                </a:lnTo>
                <a:cubicBezTo>
                  <a:pt x="11001462" y="0"/>
                  <a:pt x="11046387" y="44925"/>
                  <a:pt x="11046387" y="100343"/>
                </a:cubicBezTo>
                <a:lnTo>
                  <a:pt x="11046387" y="543542"/>
                </a:lnTo>
                <a:cubicBezTo>
                  <a:pt x="11046387" y="598960"/>
                  <a:pt x="11001462" y="643885"/>
                  <a:pt x="10946044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1473" y="5231563"/>
            <a:ext cx="401382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run_sql("SELECT survived, ROUND(AVG(age),1) ...")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1473" y="5465703"/>
            <a:ext cx="401382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FUNKTIONIERT</a:t>
            </a: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Valides SELECT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558764" y="5365357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83621" y="167243"/>
                </a:moveTo>
                <a:cubicBezTo>
                  <a:pt x="129773" y="167243"/>
                  <a:pt x="167243" y="129773"/>
                  <a:pt x="167243" y="83621"/>
                </a:cubicBezTo>
                <a:cubicBezTo>
                  <a:pt x="167243" y="37469"/>
                  <a:pt x="129773" y="0"/>
                  <a:pt x="83621" y="0"/>
                </a:cubicBezTo>
                <a:cubicBezTo>
                  <a:pt x="37469" y="0"/>
                  <a:pt x="0" y="37469"/>
                  <a:pt x="0" y="83621"/>
                </a:cubicBezTo>
                <a:cubicBezTo>
                  <a:pt x="0" y="129773"/>
                  <a:pt x="37469" y="167243"/>
                  <a:pt x="83621" y="167243"/>
                </a:cubicBezTo>
                <a:close/>
                <a:moveTo>
                  <a:pt x="111190" y="69478"/>
                </a:moveTo>
                <a:lnTo>
                  <a:pt x="85059" y="111288"/>
                </a:lnTo>
                <a:cubicBezTo>
                  <a:pt x="83687" y="113477"/>
                  <a:pt x="81335" y="114849"/>
                  <a:pt x="78754" y="114979"/>
                </a:cubicBezTo>
                <a:cubicBezTo>
                  <a:pt x="76174" y="115110"/>
                  <a:pt x="73691" y="113934"/>
                  <a:pt x="72156" y="111844"/>
                </a:cubicBezTo>
                <a:lnTo>
                  <a:pt x="56477" y="90938"/>
                </a:lnTo>
                <a:cubicBezTo>
                  <a:pt x="53864" y="87476"/>
                  <a:pt x="54583" y="82576"/>
                  <a:pt x="58045" y="79963"/>
                </a:cubicBezTo>
                <a:cubicBezTo>
                  <a:pt x="61507" y="77350"/>
                  <a:pt x="66407" y="78068"/>
                  <a:pt x="69020" y="81531"/>
                </a:cubicBezTo>
                <a:lnTo>
                  <a:pt x="77840" y="93290"/>
                </a:lnTo>
                <a:lnTo>
                  <a:pt x="97896" y="61181"/>
                </a:lnTo>
                <a:cubicBezTo>
                  <a:pt x="100182" y="57522"/>
                  <a:pt x="105017" y="56379"/>
                  <a:pt x="108708" y="58698"/>
                </a:cubicBezTo>
                <a:cubicBezTo>
                  <a:pt x="112399" y="61017"/>
                  <a:pt x="113510" y="65819"/>
                  <a:pt x="111190" y="6951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334486" y="5908896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3184" y="5959069"/>
            <a:ext cx="150519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6947" y="5879629"/>
            <a:ext cx="11046387" cy="643885"/>
          </a:xfrm>
          <a:custGeom>
            <a:avLst/>
            <a:gdLst/>
            <a:ahLst/>
            <a:cxnLst/>
            <a:rect l="l" t="t" r="r" b="b"/>
            <a:pathLst>
              <a:path w="11046387" h="643885">
                <a:moveTo>
                  <a:pt x="100343" y="0"/>
                </a:moveTo>
                <a:lnTo>
                  <a:pt x="10946044" y="0"/>
                </a:lnTo>
                <a:cubicBezTo>
                  <a:pt x="11001462" y="0"/>
                  <a:pt x="11046387" y="44925"/>
                  <a:pt x="11046387" y="100343"/>
                </a:cubicBezTo>
                <a:lnTo>
                  <a:pt x="11046387" y="543542"/>
                </a:lnTo>
                <a:cubicBezTo>
                  <a:pt x="11046387" y="598960"/>
                  <a:pt x="11001462" y="643885"/>
                  <a:pt x="10946044" y="643885"/>
                </a:cubicBezTo>
                <a:lnTo>
                  <a:pt x="100343" y="643885"/>
                </a:lnTo>
                <a:cubicBezTo>
                  <a:pt x="44925" y="643885"/>
                  <a:pt x="0" y="598960"/>
                  <a:pt x="0" y="543542"/>
                </a:cubicBezTo>
                <a:lnTo>
                  <a:pt x="0" y="100343"/>
                </a:lnTo>
                <a:cubicBezTo>
                  <a:pt x="0" y="44962"/>
                  <a:pt x="44962" y="0"/>
                  <a:pt x="100343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1473" y="5984155"/>
            <a:ext cx="280967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query_passengers({"bad_key": "x"})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1473" y="6218295"/>
            <a:ext cx="2809679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Fehler mit </a:t>
            </a:r>
            <a:r>
              <a:rPr lang="en-US" sz="105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gültiger Filterliste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558764" y="6117950"/>
            <a:ext cx="167243" cy="167243"/>
          </a:xfrm>
          <a:custGeom>
            <a:avLst/>
            <a:gdLst/>
            <a:ahLst/>
            <a:cxnLst/>
            <a:rect l="l" t="t" r="r" b="b"/>
            <a:pathLst>
              <a:path w="167243" h="167243">
                <a:moveTo>
                  <a:pt x="83621" y="0"/>
                </a:moveTo>
                <a:cubicBezTo>
                  <a:pt x="88423" y="0"/>
                  <a:pt x="92833" y="2646"/>
                  <a:pt x="95119" y="6860"/>
                </a:cubicBezTo>
                <a:lnTo>
                  <a:pt x="165675" y="137518"/>
                </a:lnTo>
                <a:cubicBezTo>
                  <a:pt x="167863" y="141568"/>
                  <a:pt x="167765" y="146468"/>
                  <a:pt x="165414" y="150421"/>
                </a:cubicBezTo>
                <a:cubicBezTo>
                  <a:pt x="163062" y="154373"/>
                  <a:pt x="158783" y="156790"/>
                  <a:pt x="154177" y="156790"/>
                </a:cubicBezTo>
                <a:lnTo>
                  <a:pt x="13066" y="156790"/>
                </a:lnTo>
                <a:cubicBezTo>
                  <a:pt x="8460" y="156790"/>
                  <a:pt x="4214" y="154373"/>
                  <a:pt x="1829" y="150421"/>
                </a:cubicBezTo>
                <a:cubicBezTo>
                  <a:pt x="-555" y="146468"/>
                  <a:pt x="-621" y="141568"/>
                  <a:pt x="1568" y="137518"/>
                </a:cubicBezTo>
                <a:lnTo>
                  <a:pt x="72123" y="6860"/>
                </a:lnTo>
                <a:cubicBezTo>
                  <a:pt x="74410" y="2646"/>
                  <a:pt x="78820" y="0"/>
                  <a:pt x="83621" y="0"/>
                </a:cubicBezTo>
                <a:close/>
                <a:moveTo>
                  <a:pt x="83621" y="54877"/>
                </a:moveTo>
                <a:cubicBezTo>
                  <a:pt x="79277" y="54877"/>
                  <a:pt x="75782" y="58372"/>
                  <a:pt x="75782" y="62716"/>
                </a:cubicBezTo>
                <a:lnTo>
                  <a:pt x="75782" y="99300"/>
                </a:lnTo>
                <a:cubicBezTo>
                  <a:pt x="75782" y="103645"/>
                  <a:pt x="79277" y="107140"/>
                  <a:pt x="83621" y="107140"/>
                </a:cubicBezTo>
                <a:cubicBezTo>
                  <a:pt x="87966" y="107140"/>
                  <a:pt x="91461" y="103645"/>
                  <a:pt x="91461" y="99300"/>
                </a:cubicBezTo>
                <a:lnTo>
                  <a:pt x="91461" y="62716"/>
                </a:lnTo>
                <a:cubicBezTo>
                  <a:pt x="91461" y="58372"/>
                  <a:pt x="87966" y="54877"/>
                  <a:pt x="83621" y="54877"/>
                </a:cubicBezTo>
                <a:close/>
                <a:moveTo>
                  <a:pt x="92343" y="125432"/>
                </a:moveTo>
                <a:cubicBezTo>
                  <a:pt x="92541" y="122195"/>
                  <a:pt x="90927" y="119115"/>
                  <a:pt x="88152" y="117436"/>
                </a:cubicBezTo>
                <a:cubicBezTo>
                  <a:pt x="85376" y="115757"/>
                  <a:pt x="81899" y="115757"/>
                  <a:pt x="79124" y="117436"/>
                </a:cubicBezTo>
                <a:cubicBezTo>
                  <a:pt x="76349" y="119115"/>
                  <a:pt x="74734" y="122195"/>
                  <a:pt x="74933" y="125432"/>
                </a:cubicBezTo>
                <a:cubicBezTo>
                  <a:pt x="74734" y="128669"/>
                  <a:pt x="76349" y="131749"/>
                  <a:pt x="79124" y="133428"/>
                </a:cubicBezTo>
                <a:cubicBezTo>
                  <a:pt x="81899" y="135107"/>
                  <a:pt x="85376" y="135107"/>
                  <a:pt x="88152" y="133428"/>
                </a:cubicBezTo>
                <a:cubicBezTo>
                  <a:pt x="90927" y="131749"/>
                  <a:pt x="92541" y="128669"/>
                  <a:pt x="92343" y="125432"/>
                </a:cubicBezTo>
                <a:close/>
              </a:path>
            </a:pathLst>
          </a:custGeom>
          <a:solidFill>
            <a:srgbClr val="F59E0B"/>
          </a:solidFill>
          <a:ln/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— CLAUDE DESKTOP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Demo: KI-Agent in Aktion — Claude Desktop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2" y="1781176"/>
            <a:ext cx="11420475" cy="1047750"/>
          </a:xfrm>
          <a:custGeom>
            <a:avLst/>
            <a:gdLst/>
            <a:ahLst/>
            <a:cxnLst/>
            <a:rect l="l" t="t" r="r" b="b"/>
            <a:pathLst>
              <a:path w="11420475" h="1047750">
                <a:moveTo>
                  <a:pt x="114299" y="0"/>
                </a:moveTo>
                <a:lnTo>
                  <a:pt x="11306176" y="0"/>
                </a:lnTo>
                <a:cubicBezTo>
                  <a:pt x="11369302" y="0"/>
                  <a:pt x="11420475" y="51173"/>
                  <a:pt x="11420475" y="114299"/>
                </a:cubicBezTo>
                <a:lnTo>
                  <a:pt x="11420475" y="933451"/>
                </a:lnTo>
                <a:cubicBezTo>
                  <a:pt x="11420475" y="996577"/>
                  <a:pt x="11369302" y="1047750"/>
                  <a:pt x="1130617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4" y="19383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8649" y="2043113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169" y="79128"/>
                </a:moveTo>
                <a:lnTo>
                  <a:pt x="95034" y="79128"/>
                </a:lnTo>
                <a:lnTo>
                  <a:pt x="95034" y="59237"/>
                </a:lnTo>
                <a:lnTo>
                  <a:pt x="117169" y="59237"/>
                </a:lnTo>
                <a:lnTo>
                  <a:pt x="117169" y="79128"/>
                </a:lnTo>
                <a:close/>
                <a:moveTo>
                  <a:pt x="117169" y="10716"/>
                </a:moveTo>
                <a:lnTo>
                  <a:pt x="95034" y="10716"/>
                </a:lnTo>
                <a:lnTo>
                  <a:pt x="95034" y="31042"/>
                </a:lnTo>
                <a:lnTo>
                  <a:pt x="117169" y="31042"/>
                </a:lnTo>
                <a:lnTo>
                  <a:pt x="117169" y="10716"/>
                </a:lnTo>
                <a:close/>
                <a:moveTo>
                  <a:pt x="143355" y="59204"/>
                </a:moveTo>
                <a:lnTo>
                  <a:pt x="121221" y="59204"/>
                </a:lnTo>
                <a:lnTo>
                  <a:pt x="121221" y="79095"/>
                </a:lnTo>
                <a:lnTo>
                  <a:pt x="143355" y="79095"/>
                </a:lnTo>
                <a:lnTo>
                  <a:pt x="143355" y="59204"/>
                </a:lnTo>
                <a:close/>
                <a:moveTo>
                  <a:pt x="91016" y="35060"/>
                </a:moveTo>
                <a:lnTo>
                  <a:pt x="68881" y="35060"/>
                </a:lnTo>
                <a:lnTo>
                  <a:pt x="68881" y="55185"/>
                </a:lnTo>
                <a:lnTo>
                  <a:pt x="91016" y="55185"/>
                </a:lnTo>
                <a:lnTo>
                  <a:pt x="91016" y="35060"/>
                </a:lnTo>
                <a:close/>
                <a:moveTo>
                  <a:pt x="117169" y="35060"/>
                </a:moveTo>
                <a:lnTo>
                  <a:pt x="95034" y="35060"/>
                </a:lnTo>
                <a:lnTo>
                  <a:pt x="95034" y="55185"/>
                </a:lnTo>
                <a:lnTo>
                  <a:pt x="117169" y="55185"/>
                </a:lnTo>
                <a:lnTo>
                  <a:pt x="117169" y="35060"/>
                </a:lnTo>
                <a:close/>
                <a:moveTo>
                  <a:pt x="209859" y="68547"/>
                </a:moveTo>
                <a:cubicBezTo>
                  <a:pt x="205037" y="65298"/>
                  <a:pt x="193919" y="64126"/>
                  <a:pt x="185380" y="65734"/>
                </a:cubicBezTo>
                <a:cubicBezTo>
                  <a:pt x="184275" y="57697"/>
                  <a:pt x="179788" y="50698"/>
                  <a:pt x="171617" y="44403"/>
                </a:cubicBezTo>
                <a:lnTo>
                  <a:pt x="166929" y="41289"/>
                </a:lnTo>
                <a:lnTo>
                  <a:pt x="163815" y="45977"/>
                </a:lnTo>
                <a:cubicBezTo>
                  <a:pt x="157654" y="55286"/>
                  <a:pt x="155979" y="70623"/>
                  <a:pt x="162576" y="80736"/>
                </a:cubicBezTo>
                <a:cubicBezTo>
                  <a:pt x="159663" y="82309"/>
                  <a:pt x="153937" y="84453"/>
                  <a:pt x="146369" y="84319"/>
                </a:cubicBezTo>
                <a:lnTo>
                  <a:pt x="804" y="84319"/>
                </a:lnTo>
                <a:cubicBezTo>
                  <a:pt x="-2110" y="101330"/>
                  <a:pt x="2746" y="123431"/>
                  <a:pt x="15538" y="138600"/>
                </a:cubicBezTo>
                <a:cubicBezTo>
                  <a:pt x="27961" y="153300"/>
                  <a:pt x="46579" y="160768"/>
                  <a:pt x="70924" y="160768"/>
                </a:cubicBezTo>
                <a:cubicBezTo>
                  <a:pt x="123632" y="160768"/>
                  <a:pt x="162643" y="136490"/>
                  <a:pt x="180893" y="92389"/>
                </a:cubicBezTo>
                <a:cubicBezTo>
                  <a:pt x="188059" y="92523"/>
                  <a:pt x="203530" y="92422"/>
                  <a:pt x="211466" y="77253"/>
                </a:cubicBezTo>
                <a:cubicBezTo>
                  <a:pt x="211968" y="76416"/>
                  <a:pt x="213676" y="72833"/>
                  <a:pt x="214313" y="71527"/>
                </a:cubicBezTo>
                <a:lnTo>
                  <a:pt x="209859" y="68547"/>
                </a:lnTo>
                <a:close/>
                <a:moveTo>
                  <a:pt x="38710" y="59204"/>
                </a:moveTo>
                <a:lnTo>
                  <a:pt x="16609" y="59204"/>
                </a:lnTo>
                <a:lnTo>
                  <a:pt x="16609" y="79095"/>
                </a:lnTo>
                <a:lnTo>
                  <a:pt x="38744" y="79095"/>
                </a:lnTo>
                <a:lnTo>
                  <a:pt x="38744" y="59204"/>
                </a:lnTo>
                <a:lnTo>
                  <a:pt x="38710" y="59204"/>
                </a:lnTo>
                <a:close/>
                <a:moveTo>
                  <a:pt x="64863" y="59204"/>
                </a:moveTo>
                <a:lnTo>
                  <a:pt x="42729" y="59204"/>
                </a:lnTo>
                <a:lnTo>
                  <a:pt x="42729" y="79095"/>
                </a:lnTo>
                <a:lnTo>
                  <a:pt x="64863" y="79095"/>
                </a:lnTo>
                <a:lnTo>
                  <a:pt x="64863" y="59204"/>
                </a:lnTo>
                <a:close/>
                <a:moveTo>
                  <a:pt x="91016" y="59204"/>
                </a:moveTo>
                <a:lnTo>
                  <a:pt x="68881" y="59204"/>
                </a:lnTo>
                <a:lnTo>
                  <a:pt x="68881" y="79095"/>
                </a:lnTo>
                <a:lnTo>
                  <a:pt x="91016" y="79095"/>
                </a:lnTo>
                <a:lnTo>
                  <a:pt x="91016" y="59204"/>
                </a:lnTo>
                <a:close/>
                <a:moveTo>
                  <a:pt x="64863" y="35060"/>
                </a:moveTo>
                <a:lnTo>
                  <a:pt x="42729" y="35060"/>
                </a:lnTo>
                <a:lnTo>
                  <a:pt x="42729" y="55185"/>
                </a:lnTo>
                <a:lnTo>
                  <a:pt x="64863" y="55185"/>
                </a:lnTo>
                <a:lnTo>
                  <a:pt x="64863" y="3506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38224" y="1995488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4" y="2433638"/>
            <a:ext cx="111823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läuft als Docker-Container auf </a:t>
            </a: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localhost:8000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2" y="2990851"/>
            <a:ext cx="11420475" cy="1095375"/>
          </a:xfrm>
          <a:custGeom>
            <a:avLst/>
            <a:gdLst/>
            <a:ahLst/>
            <a:cxnLst/>
            <a:rect l="l" t="t" r="r" b="b"/>
            <a:pathLst>
              <a:path w="11420475" h="109537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981073"/>
                </a:lnTo>
                <a:cubicBezTo>
                  <a:pt x="11420475" y="1044200"/>
                  <a:pt x="11369300" y="1095375"/>
                  <a:pt x="113061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2924" y="31480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6749" y="32623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1087" y="3152776"/>
            <a:ext cx="10563225" cy="466725"/>
          </a:xfrm>
          <a:custGeom>
            <a:avLst/>
            <a:gdLst/>
            <a:ahLst/>
            <a:cxnLst/>
            <a:rect l="l" t="t" r="r" b="b"/>
            <a:pathLst>
              <a:path w="10563225" h="466725">
                <a:moveTo>
                  <a:pt x="76202" y="0"/>
                </a:moveTo>
                <a:lnTo>
                  <a:pt x="10487023" y="0"/>
                </a:lnTo>
                <a:cubicBezTo>
                  <a:pt x="10529108" y="0"/>
                  <a:pt x="10563225" y="34117"/>
                  <a:pt x="10563225" y="76202"/>
                </a:cubicBezTo>
                <a:lnTo>
                  <a:pt x="10563225" y="390523"/>
                </a:lnTo>
                <a:cubicBezTo>
                  <a:pt x="10563225" y="432608"/>
                  <a:pt x="10529108" y="466725"/>
                  <a:pt x="104870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0149" y="3271838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"Wer hat auf der Titanic überlebt und warum?"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6324" y="373856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343024" y="3700463"/>
            <a:ext cx="570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ruft </a:t>
            </a: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selbstständig mehrere Tools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auf und fasst als narrative Analyse zusammen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2" y="4248151"/>
            <a:ext cx="11420475" cy="1095375"/>
          </a:xfrm>
          <a:custGeom>
            <a:avLst/>
            <a:gdLst/>
            <a:ahLst/>
            <a:cxnLst/>
            <a:rect l="l" t="t" r="r" b="b"/>
            <a:pathLst>
              <a:path w="11420475" h="109537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981073"/>
                </a:lnTo>
                <a:cubicBezTo>
                  <a:pt x="11420475" y="1044200"/>
                  <a:pt x="11369300" y="1095375"/>
                  <a:pt x="11306173" y="1095375"/>
                </a:cubicBezTo>
                <a:lnTo>
                  <a:pt x="114302" y="1095375"/>
                </a:lnTo>
                <a:cubicBezTo>
                  <a:pt x="51175" y="1095375"/>
                  <a:pt x="0" y="1044200"/>
                  <a:pt x="0" y="9810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2924" y="4405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6749" y="45196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1087" y="4410075"/>
            <a:ext cx="10563225" cy="466725"/>
          </a:xfrm>
          <a:custGeom>
            <a:avLst/>
            <a:gdLst/>
            <a:ahLst/>
            <a:cxnLst/>
            <a:rect l="l" t="t" r="r" b="b"/>
            <a:pathLst>
              <a:path w="10563225" h="466725">
                <a:moveTo>
                  <a:pt x="76202" y="0"/>
                </a:moveTo>
                <a:lnTo>
                  <a:pt x="10487023" y="0"/>
                </a:lnTo>
                <a:cubicBezTo>
                  <a:pt x="10529108" y="0"/>
                  <a:pt x="10563225" y="34117"/>
                  <a:pt x="10563225" y="76202"/>
                </a:cubicBezTo>
                <a:lnTo>
                  <a:pt x="10563225" y="390523"/>
                </a:lnTo>
                <a:cubicBezTo>
                  <a:pt x="10563225" y="432608"/>
                  <a:pt x="10529108" y="466725"/>
                  <a:pt x="104870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0149" y="4529138"/>
            <a:ext cx="1040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"Zeig mir 5 Erstklasse-Passagierinnen, die überlebt haben"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5374" y="499586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343024" y="4957763"/>
            <a:ext cx="406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Natürliche Sprache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wird automatisch zu strukturierten Filtern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5762" y="5629275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0549" y="580548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5349" y="5786437"/>
            <a:ext cx="721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 Agent entscheidet selbst, welche Tools er braucht.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Der Benutzer muss nichts über die Datenbank wissen.</a:t>
            </a:r>
            <a:endParaRPr lang="en-US" sz="160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5765ED79-4361-941E-F155-11DD04ECB022}"/>
              </a:ext>
            </a:extLst>
          </p:cNvPr>
          <p:cNvSpPr/>
          <p:nvPr/>
        </p:nvSpPr>
        <p:spPr>
          <a:xfrm>
            <a:off x="578642" y="58049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51204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kern="0" spc="5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ZUSAMMENFASSUNG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679957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Auf einen Blick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7EF6A2-7126-AFE4-2D42-367F9370D870}"/>
              </a:ext>
            </a:extLst>
          </p:cNvPr>
          <p:cNvSpPr/>
          <p:nvPr/>
        </p:nvSpPr>
        <p:spPr>
          <a:xfrm>
            <a:off x="385763" y="1347788"/>
            <a:ext cx="11420475" cy="4533900"/>
          </a:xfrm>
          <a:custGeom>
            <a:avLst/>
            <a:gdLst/>
            <a:ahLst/>
            <a:cxnLst/>
            <a:rect l="l" t="t" r="r" b="b"/>
            <a:pathLst>
              <a:path w="11420475" h="4533900">
                <a:moveTo>
                  <a:pt x="114300" y="0"/>
                </a:moveTo>
                <a:lnTo>
                  <a:pt x="11306175" y="0"/>
                </a:lnTo>
                <a:cubicBezTo>
                  <a:pt x="11369301" y="0"/>
                  <a:pt x="11420475" y="51174"/>
                  <a:pt x="11420475" y="114300"/>
                </a:cubicBezTo>
                <a:lnTo>
                  <a:pt x="11420475" y="4419600"/>
                </a:lnTo>
                <a:cubicBezTo>
                  <a:pt x="11420475" y="4482726"/>
                  <a:pt x="11369301" y="4533900"/>
                  <a:pt x="11306175" y="4533900"/>
                </a:cubicBezTo>
                <a:lnTo>
                  <a:pt x="114300" y="4533900"/>
                </a:lnTo>
                <a:cubicBezTo>
                  <a:pt x="51174" y="4533900"/>
                  <a:pt x="0" y="4482726"/>
                  <a:pt x="0" y="44196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D293B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B3D9D6E-C09C-E2BF-52A9-A5FF8539B135}"/>
              </a:ext>
            </a:extLst>
          </p:cNvPr>
          <p:cNvSpPr/>
          <p:nvPr/>
        </p:nvSpPr>
        <p:spPr>
          <a:xfrm>
            <a:off x="6091238" y="1352550"/>
            <a:ext cx="9525" cy="1300163"/>
          </a:xfrm>
          <a:custGeom>
            <a:avLst/>
            <a:gdLst/>
            <a:ahLst/>
            <a:cxnLst/>
            <a:rect l="l" t="t" r="r" b="b"/>
            <a:pathLst>
              <a:path w="9525" h="1300163">
                <a:moveTo>
                  <a:pt x="0" y="0"/>
                </a:moveTo>
                <a:lnTo>
                  <a:pt x="9525" y="0"/>
                </a:lnTo>
                <a:lnTo>
                  <a:pt x="9525" y="1300163"/>
                </a:lnTo>
                <a:lnTo>
                  <a:pt x="0" y="1300163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F48FA4F-23A0-E194-E6AE-A25A371914B7}"/>
              </a:ext>
            </a:extLst>
          </p:cNvPr>
          <p:cNvSpPr/>
          <p:nvPr/>
        </p:nvSpPr>
        <p:spPr>
          <a:xfrm>
            <a:off x="390525" y="2652713"/>
            <a:ext cx="5700713" cy="9525"/>
          </a:xfrm>
          <a:custGeom>
            <a:avLst/>
            <a:gdLst/>
            <a:ahLst/>
            <a:cxnLst/>
            <a:rect l="l" t="t" r="r" b="b"/>
            <a:pathLst>
              <a:path w="5700713" h="9525">
                <a:moveTo>
                  <a:pt x="0" y="0"/>
                </a:moveTo>
                <a:lnTo>
                  <a:pt x="5700713" y="0"/>
                </a:lnTo>
                <a:lnTo>
                  <a:pt x="5700713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E7DB8D-1219-E216-1030-2B7E132A5D76}"/>
              </a:ext>
            </a:extLst>
          </p:cNvPr>
          <p:cNvSpPr/>
          <p:nvPr/>
        </p:nvSpPr>
        <p:spPr>
          <a:xfrm>
            <a:off x="581025" y="1543050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Passagiere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D9524B-2AC6-E6E8-669C-6FAD692966F4}"/>
              </a:ext>
            </a:extLst>
          </p:cNvPr>
          <p:cNvSpPr/>
          <p:nvPr/>
        </p:nvSpPr>
        <p:spPr>
          <a:xfrm>
            <a:off x="581025" y="1847850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891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4B8DF7-5DC7-6422-D8D7-0575CA404270}"/>
              </a:ext>
            </a:extLst>
          </p:cNvPr>
          <p:cNvSpPr/>
          <p:nvPr/>
        </p:nvSpPr>
        <p:spPr>
          <a:xfrm>
            <a:off x="6096000" y="2652713"/>
            <a:ext cx="5705475" cy="9525"/>
          </a:xfrm>
          <a:custGeom>
            <a:avLst/>
            <a:gdLst/>
            <a:ahLst/>
            <a:cxnLst/>
            <a:rect l="l" t="t" r="r" b="b"/>
            <a:pathLst>
              <a:path w="5705475" h="9525">
                <a:moveTo>
                  <a:pt x="0" y="0"/>
                </a:moveTo>
                <a:lnTo>
                  <a:pt x="5705475" y="0"/>
                </a:lnTo>
                <a:lnTo>
                  <a:pt x="57054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4BD0332-46CB-A45D-32F0-53A89A99A9D2}"/>
              </a:ext>
            </a:extLst>
          </p:cNvPr>
          <p:cNvSpPr/>
          <p:nvPr/>
        </p:nvSpPr>
        <p:spPr>
          <a:xfrm>
            <a:off x="6286500" y="1543050"/>
            <a:ext cx="540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Tabellen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31DA83-5409-8C4B-172B-C9F871CC1FE6}"/>
              </a:ext>
            </a:extLst>
          </p:cNvPr>
          <p:cNvSpPr/>
          <p:nvPr/>
        </p:nvSpPr>
        <p:spPr>
          <a:xfrm>
            <a:off x="6286500" y="1847850"/>
            <a:ext cx="5495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7273A7F-E05A-4402-4C34-AC340C6E6F37}"/>
              </a:ext>
            </a:extLst>
          </p:cNvPr>
          <p:cNvSpPr/>
          <p:nvPr/>
        </p:nvSpPr>
        <p:spPr>
          <a:xfrm>
            <a:off x="6286500" y="2266950"/>
            <a:ext cx="539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Fakt + 7 Lookup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55F47F-1F5F-8758-5620-F09821F464A8}"/>
              </a:ext>
            </a:extLst>
          </p:cNvPr>
          <p:cNvSpPr/>
          <p:nvPr/>
        </p:nvSpPr>
        <p:spPr>
          <a:xfrm>
            <a:off x="6091238" y="2657475"/>
            <a:ext cx="9525" cy="1071563"/>
          </a:xfrm>
          <a:custGeom>
            <a:avLst/>
            <a:gdLst/>
            <a:ahLst/>
            <a:cxnLst/>
            <a:rect l="l" t="t" r="r" b="b"/>
            <a:pathLst>
              <a:path w="9525" h="1071563">
                <a:moveTo>
                  <a:pt x="0" y="0"/>
                </a:moveTo>
                <a:lnTo>
                  <a:pt x="9525" y="0"/>
                </a:lnTo>
                <a:lnTo>
                  <a:pt x="952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A0CDCF2-1742-F0E2-214E-00441E1D0EDF}"/>
              </a:ext>
            </a:extLst>
          </p:cNvPr>
          <p:cNvSpPr/>
          <p:nvPr/>
        </p:nvSpPr>
        <p:spPr>
          <a:xfrm>
            <a:off x="390525" y="3729038"/>
            <a:ext cx="5700713" cy="9525"/>
          </a:xfrm>
          <a:custGeom>
            <a:avLst/>
            <a:gdLst/>
            <a:ahLst/>
            <a:cxnLst/>
            <a:rect l="l" t="t" r="r" b="b"/>
            <a:pathLst>
              <a:path w="5700713" h="9525">
                <a:moveTo>
                  <a:pt x="0" y="0"/>
                </a:moveTo>
                <a:lnTo>
                  <a:pt x="5700713" y="0"/>
                </a:lnTo>
                <a:lnTo>
                  <a:pt x="5700713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0A60D0C-5FE1-B26D-5EC7-93CA31E1A0A0}"/>
              </a:ext>
            </a:extLst>
          </p:cNvPr>
          <p:cNvSpPr/>
          <p:nvPr/>
        </p:nvSpPr>
        <p:spPr>
          <a:xfrm>
            <a:off x="581025" y="2847975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/ Resources / Prompts</a:t>
            </a:r>
            <a:endParaRPr lang="en-US" sz="1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3D923FC-4E33-8AFA-303D-9B19FA92F322}"/>
              </a:ext>
            </a:extLst>
          </p:cNvPr>
          <p:cNvSpPr/>
          <p:nvPr/>
        </p:nvSpPr>
        <p:spPr>
          <a:xfrm>
            <a:off x="581025" y="3152775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D299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/ 3 / 3</a:t>
            </a:r>
            <a:endParaRPr lang="en-US" sz="16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69278BA-3794-CE36-E945-48C569B922BF}"/>
              </a:ext>
            </a:extLst>
          </p:cNvPr>
          <p:cNvSpPr/>
          <p:nvPr/>
        </p:nvSpPr>
        <p:spPr>
          <a:xfrm>
            <a:off x="6096000" y="3729038"/>
            <a:ext cx="5705475" cy="9525"/>
          </a:xfrm>
          <a:custGeom>
            <a:avLst/>
            <a:gdLst/>
            <a:ahLst/>
            <a:cxnLst/>
            <a:rect l="l" t="t" r="r" b="b"/>
            <a:pathLst>
              <a:path w="5705475" h="9525">
                <a:moveTo>
                  <a:pt x="0" y="0"/>
                </a:moveTo>
                <a:lnTo>
                  <a:pt x="5705475" y="0"/>
                </a:lnTo>
                <a:lnTo>
                  <a:pt x="57054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0552F72-26F0-3B7A-C91C-91D7E61B7AC4}"/>
              </a:ext>
            </a:extLst>
          </p:cNvPr>
          <p:cNvSpPr/>
          <p:nvPr/>
        </p:nvSpPr>
        <p:spPr>
          <a:xfrm>
            <a:off x="6286500" y="2847975"/>
            <a:ext cx="540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</a:t>
            </a: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A1A8230-2035-18C3-57F4-EEADF208DDF4}"/>
              </a:ext>
            </a:extLst>
          </p:cNvPr>
          <p:cNvSpPr/>
          <p:nvPr/>
        </p:nvSpPr>
        <p:spPr>
          <a:xfrm>
            <a:off x="6286500" y="3152775"/>
            <a:ext cx="5495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119</a:t>
            </a:r>
            <a:endParaRPr lang="en-US" sz="16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C442F3A7-BE22-2A08-EE27-A23449505D7A}"/>
              </a:ext>
            </a:extLst>
          </p:cNvPr>
          <p:cNvSpPr/>
          <p:nvPr/>
        </p:nvSpPr>
        <p:spPr>
          <a:xfrm>
            <a:off x="6091238" y="3733800"/>
            <a:ext cx="9525" cy="1071563"/>
          </a:xfrm>
          <a:custGeom>
            <a:avLst/>
            <a:gdLst/>
            <a:ahLst/>
            <a:cxnLst/>
            <a:rect l="l" t="t" r="r" b="b"/>
            <a:pathLst>
              <a:path w="9525" h="1071563">
                <a:moveTo>
                  <a:pt x="0" y="0"/>
                </a:moveTo>
                <a:lnTo>
                  <a:pt x="9525" y="0"/>
                </a:lnTo>
                <a:lnTo>
                  <a:pt x="952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D3017BA-C001-681A-6D69-6A8C1FEA1958}"/>
              </a:ext>
            </a:extLst>
          </p:cNvPr>
          <p:cNvSpPr/>
          <p:nvPr/>
        </p:nvSpPr>
        <p:spPr>
          <a:xfrm>
            <a:off x="390525" y="4805363"/>
            <a:ext cx="5700713" cy="9525"/>
          </a:xfrm>
          <a:custGeom>
            <a:avLst/>
            <a:gdLst/>
            <a:ahLst/>
            <a:cxnLst/>
            <a:rect l="l" t="t" r="r" b="b"/>
            <a:pathLst>
              <a:path w="5700713" h="9525">
                <a:moveTo>
                  <a:pt x="0" y="0"/>
                </a:moveTo>
                <a:lnTo>
                  <a:pt x="5700713" y="0"/>
                </a:lnTo>
                <a:lnTo>
                  <a:pt x="5700713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0FC0A02-F535-36C9-9683-6B94FF14F5B5}"/>
              </a:ext>
            </a:extLst>
          </p:cNvPr>
          <p:cNvSpPr/>
          <p:nvPr/>
        </p:nvSpPr>
        <p:spPr>
          <a:xfrm>
            <a:off x="581025" y="3924300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Abdeckung</a:t>
            </a:r>
            <a:endParaRPr lang="en-US" sz="16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D6EBE2D-263C-080F-03AC-AB91F784BF90}"/>
              </a:ext>
            </a:extLst>
          </p:cNvPr>
          <p:cNvSpPr/>
          <p:nvPr/>
        </p:nvSpPr>
        <p:spPr>
          <a:xfrm>
            <a:off x="581025" y="4229100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</a:t>
            </a:r>
            <a:endParaRPr lang="en-US" sz="16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C44286BC-7C6E-6002-FE76-9F68C9318B00}"/>
              </a:ext>
            </a:extLst>
          </p:cNvPr>
          <p:cNvSpPr/>
          <p:nvPr/>
        </p:nvSpPr>
        <p:spPr>
          <a:xfrm>
            <a:off x="6096000" y="4805363"/>
            <a:ext cx="5705475" cy="9525"/>
          </a:xfrm>
          <a:custGeom>
            <a:avLst/>
            <a:gdLst/>
            <a:ahLst/>
            <a:cxnLst/>
            <a:rect l="l" t="t" r="r" b="b"/>
            <a:pathLst>
              <a:path w="5705475" h="9525">
                <a:moveTo>
                  <a:pt x="0" y="0"/>
                </a:moveTo>
                <a:lnTo>
                  <a:pt x="5705475" y="0"/>
                </a:lnTo>
                <a:lnTo>
                  <a:pt x="57054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35537FF-BDB3-E209-32FB-C9F6329F027F}"/>
              </a:ext>
            </a:extLst>
          </p:cNvPr>
          <p:cNvSpPr/>
          <p:nvPr/>
        </p:nvSpPr>
        <p:spPr>
          <a:xfrm>
            <a:off x="6286500" y="3924300"/>
            <a:ext cx="540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8B949E"/>
                </a:solidFill>
                <a:latin typeface="Quattrocento Sans" pitchFamily="34" charset="0"/>
              </a:rPr>
              <a:t>Produktionscode</a:t>
            </a:r>
            <a:endParaRPr lang="en-US" sz="1200" dirty="0">
              <a:solidFill>
                <a:srgbClr val="8B949E"/>
              </a:solidFill>
              <a:latin typeface="Quattrocento Sans" pitchFamily="34" charset="0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D5D07E1-0F18-A9CC-B56B-24043DDC77F1}"/>
              </a:ext>
            </a:extLst>
          </p:cNvPr>
          <p:cNvSpPr/>
          <p:nvPr/>
        </p:nvSpPr>
        <p:spPr>
          <a:xfrm>
            <a:off x="6286500" y="4229100"/>
            <a:ext cx="5495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~370 </a:t>
            </a:r>
            <a:r>
              <a:rPr lang="en-US" sz="2700" b="1" dirty="0" err="1">
                <a:solidFill>
                  <a:srgbClr val="8B949E"/>
                </a:solidFill>
                <a:latin typeface="Liter" pitchFamily="34" charset="0"/>
              </a:rPr>
              <a:t>Anweisungen</a:t>
            </a:r>
            <a:endParaRPr lang="en-US" sz="2700" b="1" dirty="0">
              <a:solidFill>
                <a:srgbClr val="8B949E"/>
              </a:solidFill>
              <a:latin typeface="Liter" pitchFamily="34" charset="0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098683D-9D9F-1406-F456-445C779EA39A}"/>
              </a:ext>
            </a:extLst>
          </p:cNvPr>
          <p:cNvSpPr/>
          <p:nvPr/>
        </p:nvSpPr>
        <p:spPr>
          <a:xfrm>
            <a:off x="6091238" y="4810125"/>
            <a:ext cx="9525" cy="1066800"/>
          </a:xfrm>
          <a:custGeom>
            <a:avLst/>
            <a:gdLst/>
            <a:ahLst/>
            <a:cxnLst/>
            <a:rect l="l" t="t" r="r" b="b"/>
            <a:pathLst>
              <a:path w="9525" h="1066800">
                <a:moveTo>
                  <a:pt x="0" y="0"/>
                </a:moveTo>
                <a:lnTo>
                  <a:pt x="9525" y="0"/>
                </a:lnTo>
                <a:lnTo>
                  <a:pt x="952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/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A278BCA-17F6-BE27-8A6D-D8D0C58A3C23}"/>
              </a:ext>
            </a:extLst>
          </p:cNvPr>
          <p:cNvSpPr/>
          <p:nvPr/>
        </p:nvSpPr>
        <p:spPr>
          <a:xfrm>
            <a:off x="581025" y="5000625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Produktionsabhängigkeiten</a:t>
            </a:r>
            <a:endParaRPr lang="en-US" sz="16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0112402-4A99-75C6-9164-97B79606A533}"/>
              </a:ext>
            </a:extLst>
          </p:cNvPr>
          <p:cNvSpPr/>
          <p:nvPr/>
        </p:nvSpPr>
        <p:spPr>
          <a:xfrm>
            <a:off x="581025" y="5305425"/>
            <a:ext cx="548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8A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99F2A37-79AB-54A2-64F6-640795E248C4}"/>
              </a:ext>
            </a:extLst>
          </p:cNvPr>
          <p:cNvSpPr/>
          <p:nvPr/>
        </p:nvSpPr>
        <p:spPr>
          <a:xfrm>
            <a:off x="6286500" y="5000625"/>
            <a:ext cx="540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CI-Jobs</a:t>
            </a:r>
            <a:endParaRPr lang="en-US" sz="16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2A0EAD7-871C-5FD7-CDD4-F1AEE2031125}"/>
              </a:ext>
            </a:extLst>
          </p:cNvPr>
          <p:cNvSpPr/>
          <p:nvPr/>
        </p:nvSpPr>
        <p:spPr>
          <a:xfrm>
            <a:off x="6286500" y="5305425"/>
            <a:ext cx="5495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FB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9E55306-E654-A2C5-C544-4090DF45565A}"/>
              </a:ext>
            </a:extLst>
          </p:cNvPr>
          <p:cNvSpPr/>
          <p:nvPr/>
        </p:nvSpPr>
        <p:spPr>
          <a:xfrm>
            <a:off x="3129335" y="6119813"/>
            <a:ext cx="2019300" cy="466725"/>
          </a:xfrm>
          <a:custGeom>
            <a:avLst/>
            <a:gdLst/>
            <a:ahLst/>
            <a:cxnLst/>
            <a:rect l="l" t="t" r="r" b="b"/>
            <a:pathLst>
              <a:path w="2019300" h="466725">
                <a:moveTo>
                  <a:pt x="114301" y="0"/>
                </a:moveTo>
                <a:lnTo>
                  <a:pt x="1904999" y="0"/>
                </a:lnTo>
                <a:cubicBezTo>
                  <a:pt x="1968126" y="0"/>
                  <a:pt x="2019300" y="51174"/>
                  <a:pt x="2019300" y="114301"/>
                </a:cubicBezTo>
                <a:lnTo>
                  <a:pt x="2019300" y="352424"/>
                </a:lnTo>
                <a:cubicBezTo>
                  <a:pt x="2019300" y="415551"/>
                  <a:pt x="1968126" y="466725"/>
                  <a:pt x="1904999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8A6FF">
              <a:alpha val="10196"/>
            </a:srgbClr>
          </a:solidFill>
          <a:ln w="12700">
            <a:solidFill>
              <a:srgbClr val="58A6FF">
                <a:alpha val="40000"/>
              </a:srgbClr>
            </a:solidFill>
            <a:prstDash val="solid"/>
          </a:ln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32C6359C-400A-78B5-5399-115A56000FC4}"/>
              </a:ext>
            </a:extLst>
          </p:cNvPr>
          <p:cNvSpPr/>
          <p:nvPr/>
        </p:nvSpPr>
        <p:spPr>
          <a:xfrm>
            <a:off x="3374603" y="62579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8A6FF"/>
          </a:solidFill>
          <a:ln/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B0B1086-A2DB-4B1F-ACB2-9DD04DD8C128}"/>
              </a:ext>
            </a:extLst>
          </p:cNvPr>
          <p:cNvSpPr/>
          <p:nvPr/>
        </p:nvSpPr>
        <p:spPr>
          <a:xfrm>
            <a:off x="3715122" y="6238875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</a:t>
            </a:r>
            <a:endParaRPr lang="en-US" sz="16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4D73529-DB12-9E4F-8EC9-65A9E56820D3}"/>
              </a:ext>
            </a:extLst>
          </p:cNvPr>
          <p:cNvSpPr/>
          <p:nvPr/>
        </p:nvSpPr>
        <p:spPr>
          <a:xfrm>
            <a:off x="5390778" y="6119813"/>
            <a:ext cx="1962150" cy="466725"/>
          </a:xfrm>
          <a:custGeom>
            <a:avLst/>
            <a:gdLst/>
            <a:ahLst/>
            <a:cxnLst/>
            <a:rect l="l" t="t" r="r" b="b"/>
            <a:pathLst>
              <a:path w="1962150" h="466725">
                <a:moveTo>
                  <a:pt x="114301" y="0"/>
                </a:moveTo>
                <a:lnTo>
                  <a:pt x="1847849" y="0"/>
                </a:lnTo>
                <a:cubicBezTo>
                  <a:pt x="1910976" y="0"/>
                  <a:pt x="1962150" y="51174"/>
                  <a:pt x="1962150" y="114301"/>
                </a:cubicBezTo>
                <a:lnTo>
                  <a:pt x="1962150" y="352424"/>
                </a:lnTo>
                <a:cubicBezTo>
                  <a:pt x="1962150" y="415551"/>
                  <a:pt x="1910976" y="466725"/>
                  <a:pt x="1847849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FB950">
              <a:alpha val="10196"/>
            </a:srgbClr>
          </a:solidFill>
          <a:ln w="12700">
            <a:solidFill>
              <a:srgbClr val="3FB950">
                <a:alpha val="40000"/>
              </a:srgbClr>
            </a:solidFill>
            <a:prstDash val="solid"/>
          </a:ln>
        </p:spPr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6B98068-0A20-1C07-CB70-63B4DBEEE6F2}"/>
              </a:ext>
            </a:extLst>
          </p:cNvPr>
          <p:cNvSpPr/>
          <p:nvPr/>
        </p:nvSpPr>
        <p:spPr>
          <a:xfrm>
            <a:off x="5647953" y="6257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FB950"/>
          </a:solidFill>
          <a:ln/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31D1DE0-1C45-48AD-C4FC-FF7F9DC3B64F}"/>
              </a:ext>
            </a:extLst>
          </p:cNvPr>
          <p:cNvSpPr/>
          <p:nvPr/>
        </p:nvSpPr>
        <p:spPr>
          <a:xfrm>
            <a:off x="5976565" y="6238875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Sicher &amp; Getestet</a:t>
            </a:r>
            <a:endParaRPr lang="en-US" sz="16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E8555205-80CD-202D-E59D-5828AE57626E}"/>
              </a:ext>
            </a:extLst>
          </p:cNvPr>
          <p:cNvSpPr/>
          <p:nvPr/>
        </p:nvSpPr>
        <p:spPr>
          <a:xfrm>
            <a:off x="7589565" y="6119813"/>
            <a:ext cx="1476375" cy="466725"/>
          </a:xfrm>
          <a:custGeom>
            <a:avLst/>
            <a:gdLst/>
            <a:ahLst/>
            <a:cxnLst/>
            <a:rect l="l" t="t" r="r" b="b"/>
            <a:pathLst>
              <a:path w="1476375" h="466725">
                <a:moveTo>
                  <a:pt x="114301" y="0"/>
                </a:moveTo>
                <a:lnTo>
                  <a:pt x="1362074" y="0"/>
                </a:lnTo>
                <a:cubicBezTo>
                  <a:pt x="1425201" y="0"/>
                  <a:pt x="1476375" y="51174"/>
                  <a:pt x="1476375" y="114301"/>
                </a:cubicBezTo>
                <a:lnTo>
                  <a:pt x="1476375" y="352424"/>
                </a:lnTo>
                <a:cubicBezTo>
                  <a:pt x="1476375" y="415551"/>
                  <a:pt x="1425201" y="466725"/>
                  <a:pt x="1362074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29922">
              <a:alpha val="10196"/>
            </a:srgbClr>
          </a:solidFill>
          <a:ln w="12700">
            <a:solidFill>
              <a:srgbClr val="D29922">
                <a:alpha val="40000"/>
              </a:srgbClr>
            </a:solidFill>
            <a:prstDash val="solid"/>
          </a:ln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AE5C0674-5F78-1339-88D5-26B05BE98992}"/>
              </a:ext>
            </a:extLst>
          </p:cNvPr>
          <p:cNvSpPr/>
          <p:nvPr/>
        </p:nvSpPr>
        <p:spPr>
          <a:xfrm>
            <a:off x="7846740" y="6257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29922"/>
          </a:solidFill>
          <a:ln/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F60476EC-6F3F-FE8E-9CED-4E60194796FD}"/>
              </a:ext>
            </a:extLst>
          </p:cNvPr>
          <p:cNvSpPr/>
          <p:nvPr/>
        </p:nvSpPr>
        <p:spPr>
          <a:xfrm>
            <a:off x="8175352" y="6238875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D1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Skalierbar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0" y="17145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1828800" y="0"/>
                </a:moveTo>
                <a:lnTo>
                  <a:pt x="1828800" y="0"/>
                </a:lnTo>
                <a:cubicBezTo>
                  <a:pt x="2838142" y="0"/>
                  <a:pt x="3657600" y="819458"/>
                  <a:pt x="3657600" y="1828800"/>
                </a:cubicBezTo>
                <a:lnTo>
                  <a:pt x="3657600" y="1828800"/>
                </a:lnTo>
                <a:cubicBezTo>
                  <a:pt x="3657600" y="2838142"/>
                  <a:pt x="2838142" y="3657600"/>
                  <a:pt x="1828800" y="3657600"/>
                </a:cubicBezTo>
                <a:lnTo>
                  <a:pt x="1828800" y="3657600"/>
                </a:lnTo>
                <a:cubicBezTo>
                  <a:pt x="819458" y="3657600"/>
                  <a:pt x="0" y="2838142"/>
                  <a:pt x="0" y="1828800"/>
                </a:cubicBezTo>
                <a:lnTo>
                  <a:pt x="0" y="1828800"/>
                </a:lnTo>
                <a:cubicBezTo>
                  <a:pt x="0" y="819458"/>
                  <a:pt x="819458" y="0"/>
                  <a:pt x="1828800" y="0"/>
                </a:cubicBezTo>
                <a:close/>
              </a:path>
            </a:pathLst>
          </a:cu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096000" y="2095500"/>
            <a:ext cx="3048000" cy="3048000"/>
          </a:xfrm>
          <a:custGeom>
            <a:avLst/>
            <a:gdLst/>
            <a:ahLst/>
            <a:cxnLst/>
            <a:rect l="l" t="t" r="r" b="b"/>
            <a:pathLst>
              <a:path w="3048000" h="3048000">
                <a:moveTo>
                  <a:pt x="1524000" y="0"/>
                </a:moveTo>
                <a:lnTo>
                  <a:pt x="1524000" y="0"/>
                </a:lnTo>
                <a:cubicBezTo>
                  <a:pt x="2365118" y="0"/>
                  <a:pt x="3048000" y="682882"/>
                  <a:pt x="3048000" y="1524000"/>
                </a:cubicBezTo>
                <a:lnTo>
                  <a:pt x="3048000" y="1524000"/>
                </a:lnTo>
                <a:cubicBezTo>
                  <a:pt x="3048000" y="2365118"/>
                  <a:pt x="2365118" y="3048000"/>
                  <a:pt x="1524000" y="3048000"/>
                </a:cubicBezTo>
                <a:lnTo>
                  <a:pt x="1524000" y="3048000"/>
                </a:lnTo>
                <a:cubicBezTo>
                  <a:pt x="682882" y="3048000"/>
                  <a:pt x="0" y="2365118"/>
                  <a:pt x="0" y="1524000"/>
                </a:cubicBezTo>
                <a:lnTo>
                  <a:pt x="0" y="1524000"/>
                </a:lnTo>
                <a:cubicBezTo>
                  <a:pt x="0" y="682882"/>
                  <a:pt x="682882" y="0"/>
                  <a:pt x="1524000" y="0"/>
                </a:cubicBezTo>
                <a:close/>
              </a:path>
            </a:pathLst>
          </a:cu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570488" y="1376363"/>
            <a:ext cx="1047750" cy="428625"/>
          </a:xfrm>
          <a:custGeom>
            <a:avLst/>
            <a:gdLst/>
            <a:ahLst/>
            <a:cxnLst/>
            <a:rect l="l" t="t" r="r" b="b"/>
            <a:pathLst>
              <a:path w="1047750" h="428625">
                <a:moveTo>
                  <a:pt x="214313" y="0"/>
                </a:moveTo>
                <a:lnTo>
                  <a:pt x="833438" y="0"/>
                </a:lnTo>
                <a:cubicBezTo>
                  <a:pt x="951720" y="0"/>
                  <a:pt x="1047750" y="96030"/>
                  <a:pt x="1047750" y="214313"/>
                </a:cubicBezTo>
                <a:lnTo>
                  <a:pt x="1047750" y="214313"/>
                </a:lnTo>
                <a:cubicBezTo>
                  <a:pt x="1047750" y="332595"/>
                  <a:pt x="951720" y="428625"/>
                  <a:pt x="8334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8847" y="15049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056263" y="1476375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3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Q&amp;A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47692" y="2419350"/>
            <a:ext cx="2695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kern="0" spc="-135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Fragen?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38800" y="34099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4027587" y="3757613"/>
            <a:ext cx="4133850" cy="1114425"/>
          </a:xfrm>
          <a:custGeom>
            <a:avLst/>
            <a:gdLst/>
            <a:ahLst/>
            <a:cxnLst/>
            <a:rect l="l" t="t" r="r" b="b"/>
            <a:pathLst>
              <a:path w="4133850" h="1114425">
                <a:moveTo>
                  <a:pt x="114295" y="0"/>
                </a:moveTo>
                <a:lnTo>
                  <a:pt x="4019555" y="0"/>
                </a:lnTo>
                <a:cubicBezTo>
                  <a:pt x="4082636" y="0"/>
                  <a:pt x="4133850" y="51214"/>
                  <a:pt x="4133850" y="114295"/>
                </a:cubicBezTo>
                <a:lnTo>
                  <a:pt x="4133850" y="1000130"/>
                </a:lnTo>
                <a:cubicBezTo>
                  <a:pt x="4133850" y="1063211"/>
                  <a:pt x="4082636" y="1114425"/>
                  <a:pt x="4019555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4398" y="4010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993011" y="399097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13324" y="4371975"/>
            <a:ext cx="3762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github.com/0xNadr/mcp_databridge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68998" y="52863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7273" y="67140"/>
                </a:moveTo>
                <a:cubicBezTo>
                  <a:pt x="144694" y="56793"/>
                  <a:pt x="139805" y="48990"/>
                  <a:pt x="129391" y="48990"/>
                </a:cubicBezTo>
                <a:lnTo>
                  <a:pt x="115963" y="48990"/>
                </a:lnTo>
                <a:lnTo>
                  <a:pt x="115963" y="64863"/>
                </a:lnTo>
                <a:cubicBezTo>
                  <a:pt x="115963" y="77186"/>
                  <a:pt x="105515" y="87567"/>
                  <a:pt x="93594" y="87567"/>
                </a:cubicBezTo>
                <a:lnTo>
                  <a:pt x="57831" y="87567"/>
                </a:lnTo>
                <a:cubicBezTo>
                  <a:pt x="48053" y="87567"/>
                  <a:pt x="39949" y="95938"/>
                  <a:pt x="39949" y="105750"/>
                </a:cubicBezTo>
                <a:lnTo>
                  <a:pt x="39949" y="139839"/>
                </a:lnTo>
                <a:cubicBezTo>
                  <a:pt x="39949" y="149550"/>
                  <a:pt x="48388" y="155243"/>
                  <a:pt x="57831" y="158022"/>
                </a:cubicBezTo>
                <a:cubicBezTo>
                  <a:pt x="69149" y="161337"/>
                  <a:pt x="80032" y="161940"/>
                  <a:pt x="93594" y="158022"/>
                </a:cubicBezTo>
                <a:cubicBezTo>
                  <a:pt x="102602" y="155410"/>
                  <a:pt x="111476" y="150153"/>
                  <a:pt x="111476" y="139839"/>
                </a:cubicBezTo>
                <a:lnTo>
                  <a:pt x="111476" y="126210"/>
                </a:lnTo>
                <a:lnTo>
                  <a:pt x="75746" y="126210"/>
                </a:lnTo>
                <a:lnTo>
                  <a:pt x="75746" y="121656"/>
                </a:lnTo>
                <a:lnTo>
                  <a:pt x="129391" y="121656"/>
                </a:lnTo>
                <a:cubicBezTo>
                  <a:pt x="139805" y="121656"/>
                  <a:pt x="143656" y="114389"/>
                  <a:pt x="147273" y="103506"/>
                </a:cubicBezTo>
                <a:cubicBezTo>
                  <a:pt x="151023" y="92288"/>
                  <a:pt x="150856" y="81506"/>
                  <a:pt x="147273" y="67140"/>
                </a:cubicBezTo>
                <a:close/>
                <a:moveTo>
                  <a:pt x="95838" y="148914"/>
                </a:moveTo>
                <a:cubicBezTo>
                  <a:pt x="93289" y="149092"/>
                  <a:pt x="90854" y="147834"/>
                  <a:pt x="89525" y="145652"/>
                </a:cubicBezTo>
                <a:cubicBezTo>
                  <a:pt x="88196" y="143470"/>
                  <a:pt x="88196" y="140729"/>
                  <a:pt x="89525" y="138546"/>
                </a:cubicBezTo>
                <a:cubicBezTo>
                  <a:pt x="90854" y="136364"/>
                  <a:pt x="93289" y="135106"/>
                  <a:pt x="95838" y="135285"/>
                </a:cubicBezTo>
                <a:cubicBezTo>
                  <a:pt x="98386" y="135106"/>
                  <a:pt x="100822" y="136364"/>
                  <a:pt x="102151" y="138546"/>
                </a:cubicBezTo>
                <a:cubicBezTo>
                  <a:pt x="103479" y="140729"/>
                  <a:pt x="103479" y="143470"/>
                  <a:pt x="102151" y="145652"/>
                </a:cubicBezTo>
                <a:cubicBezTo>
                  <a:pt x="100822" y="147834"/>
                  <a:pt x="98386" y="149092"/>
                  <a:pt x="95838" y="148914"/>
                </a:cubicBezTo>
                <a:close/>
                <a:moveTo>
                  <a:pt x="56190" y="83080"/>
                </a:moveTo>
                <a:lnTo>
                  <a:pt x="91953" y="83080"/>
                </a:lnTo>
                <a:cubicBezTo>
                  <a:pt x="101899" y="83080"/>
                  <a:pt x="109835" y="74875"/>
                  <a:pt x="109835" y="64897"/>
                </a:cubicBezTo>
                <a:lnTo>
                  <a:pt x="109835" y="30774"/>
                </a:lnTo>
                <a:cubicBezTo>
                  <a:pt x="109835" y="21063"/>
                  <a:pt x="101664" y="13796"/>
                  <a:pt x="91953" y="12156"/>
                </a:cubicBezTo>
                <a:cubicBezTo>
                  <a:pt x="79965" y="10180"/>
                  <a:pt x="66939" y="10280"/>
                  <a:pt x="56190" y="12189"/>
                </a:cubicBezTo>
                <a:cubicBezTo>
                  <a:pt x="41054" y="14868"/>
                  <a:pt x="38308" y="20460"/>
                  <a:pt x="38308" y="30807"/>
                </a:cubicBezTo>
                <a:lnTo>
                  <a:pt x="38308" y="44436"/>
                </a:lnTo>
                <a:lnTo>
                  <a:pt x="74105" y="44436"/>
                </a:lnTo>
                <a:lnTo>
                  <a:pt x="74105" y="48990"/>
                </a:lnTo>
                <a:lnTo>
                  <a:pt x="24880" y="48990"/>
                </a:lnTo>
                <a:cubicBezTo>
                  <a:pt x="14466" y="48990"/>
                  <a:pt x="5358" y="55252"/>
                  <a:pt x="2511" y="67140"/>
                </a:cubicBezTo>
                <a:cubicBezTo>
                  <a:pt x="-770" y="80769"/>
                  <a:pt x="-904" y="89275"/>
                  <a:pt x="2511" y="103506"/>
                </a:cubicBezTo>
                <a:cubicBezTo>
                  <a:pt x="5056" y="114088"/>
                  <a:pt x="11117" y="121656"/>
                  <a:pt x="21532" y="121656"/>
                </a:cubicBezTo>
                <a:lnTo>
                  <a:pt x="33821" y="121656"/>
                </a:lnTo>
                <a:lnTo>
                  <a:pt x="33821" y="105315"/>
                </a:lnTo>
                <a:cubicBezTo>
                  <a:pt x="33821" y="93494"/>
                  <a:pt x="44035" y="83080"/>
                  <a:pt x="56190" y="83080"/>
                </a:cubicBezTo>
                <a:close/>
                <a:moveTo>
                  <a:pt x="53980" y="21666"/>
                </a:moveTo>
                <a:cubicBezTo>
                  <a:pt x="57750" y="21666"/>
                  <a:pt x="60811" y="24727"/>
                  <a:pt x="60811" y="28497"/>
                </a:cubicBezTo>
                <a:cubicBezTo>
                  <a:pt x="60811" y="32267"/>
                  <a:pt x="57750" y="35328"/>
                  <a:pt x="53980" y="35328"/>
                </a:cubicBezTo>
                <a:cubicBezTo>
                  <a:pt x="50210" y="35328"/>
                  <a:pt x="47149" y="32267"/>
                  <a:pt x="47149" y="28497"/>
                </a:cubicBezTo>
                <a:cubicBezTo>
                  <a:pt x="47149" y="24727"/>
                  <a:pt x="50210" y="21666"/>
                  <a:pt x="53980" y="21666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586883" y="52578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47171" y="52863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5565056" y="52578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8789" y="52863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169" y="79128"/>
                </a:moveTo>
                <a:lnTo>
                  <a:pt x="95034" y="79128"/>
                </a:lnTo>
                <a:lnTo>
                  <a:pt x="95034" y="59237"/>
                </a:lnTo>
                <a:lnTo>
                  <a:pt x="117169" y="59237"/>
                </a:lnTo>
                <a:lnTo>
                  <a:pt x="117169" y="79128"/>
                </a:lnTo>
                <a:close/>
                <a:moveTo>
                  <a:pt x="117169" y="10716"/>
                </a:moveTo>
                <a:lnTo>
                  <a:pt x="95034" y="10716"/>
                </a:lnTo>
                <a:lnTo>
                  <a:pt x="95034" y="31042"/>
                </a:lnTo>
                <a:lnTo>
                  <a:pt x="117169" y="31042"/>
                </a:lnTo>
                <a:lnTo>
                  <a:pt x="117169" y="10716"/>
                </a:lnTo>
                <a:close/>
                <a:moveTo>
                  <a:pt x="143355" y="59204"/>
                </a:moveTo>
                <a:lnTo>
                  <a:pt x="121221" y="59204"/>
                </a:lnTo>
                <a:lnTo>
                  <a:pt x="121221" y="79095"/>
                </a:lnTo>
                <a:lnTo>
                  <a:pt x="143355" y="79095"/>
                </a:lnTo>
                <a:lnTo>
                  <a:pt x="143355" y="59204"/>
                </a:lnTo>
                <a:close/>
                <a:moveTo>
                  <a:pt x="91016" y="35060"/>
                </a:moveTo>
                <a:lnTo>
                  <a:pt x="68881" y="35060"/>
                </a:lnTo>
                <a:lnTo>
                  <a:pt x="68881" y="55185"/>
                </a:lnTo>
                <a:lnTo>
                  <a:pt x="91016" y="55185"/>
                </a:lnTo>
                <a:lnTo>
                  <a:pt x="91016" y="35060"/>
                </a:lnTo>
                <a:close/>
                <a:moveTo>
                  <a:pt x="117169" y="35060"/>
                </a:moveTo>
                <a:lnTo>
                  <a:pt x="95034" y="35060"/>
                </a:lnTo>
                <a:lnTo>
                  <a:pt x="95034" y="55185"/>
                </a:lnTo>
                <a:lnTo>
                  <a:pt x="117169" y="55185"/>
                </a:lnTo>
                <a:lnTo>
                  <a:pt x="117169" y="35060"/>
                </a:lnTo>
                <a:close/>
                <a:moveTo>
                  <a:pt x="209859" y="68547"/>
                </a:moveTo>
                <a:cubicBezTo>
                  <a:pt x="205037" y="65298"/>
                  <a:pt x="193919" y="64126"/>
                  <a:pt x="185380" y="65734"/>
                </a:cubicBezTo>
                <a:cubicBezTo>
                  <a:pt x="184275" y="57697"/>
                  <a:pt x="179788" y="50698"/>
                  <a:pt x="171617" y="44403"/>
                </a:cubicBezTo>
                <a:lnTo>
                  <a:pt x="166929" y="41289"/>
                </a:lnTo>
                <a:lnTo>
                  <a:pt x="163815" y="45977"/>
                </a:lnTo>
                <a:cubicBezTo>
                  <a:pt x="157654" y="55286"/>
                  <a:pt x="155979" y="70623"/>
                  <a:pt x="162576" y="80736"/>
                </a:cubicBezTo>
                <a:cubicBezTo>
                  <a:pt x="159663" y="82309"/>
                  <a:pt x="153937" y="84453"/>
                  <a:pt x="146369" y="84319"/>
                </a:cubicBezTo>
                <a:lnTo>
                  <a:pt x="804" y="84319"/>
                </a:lnTo>
                <a:cubicBezTo>
                  <a:pt x="-2110" y="101330"/>
                  <a:pt x="2746" y="123431"/>
                  <a:pt x="15538" y="138600"/>
                </a:cubicBezTo>
                <a:cubicBezTo>
                  <a:pt x="27961" y="153300"/>
                  <a:pt x="46579" y="160768"/>
                  <a:pt x="70924" y="160768"/>
                </a:cubicBezTo>
                <a:cubicBezTo>
                  <a:pt x="123632" y="160768"/>
                  <a:pt x="162643" y="136490"/>
                  <a:pt x="180893" y="92389"/>
                </a:cubicBezTo>
                <a:cubicBezTo>
                  <a:pt x="188059" y="92523"/>
                  <a:pt x="203530" y="92422"/>
                  <a:pt x="211466" y="77253"/>
                </a:cubicBezTo>
                <a:cubicBezTo>
                  <a:pt x="211968" y="76416"/>
                  <a:pt x="213676" y="72833"/>
                  <a:pt x="214313" y="71527"/>
                </a:cubicBezTo>
                <a:lnTo>
                  <a:pt x="209859" y="68547"/>
                </a:lnTo>
                <a:close/>
                <a:moveTo>
                  <a:pt x="38710" y="59204"/>
                </a:moveTo>
                <a:lnTo>
                  <a:pt x="16609" y="59204"/>
                </a:lnTo>
                <a:lnTo>
                  <a:pt x="16609" y="79095"/>
                </a:lnTo>
                <a:lnTo>
                  <a:pt x="38744" y="79095"/>
                </a:lnTo>
                <a:lnTo>
                  <a:pt x="38744" y="59204"/>
                </a:lnTo>
                <a:lnTo>
                  <a:pt x="38710" y="59204"/>
                </a:lnTo>
                <a:close/>
                <a:moveTo>
                  <a:pt x="64863" y="59204"/>
                </a:moveTo>
                <a:lnTo>
                  <a:pt x="42729" y="59204"/>
                </a:lnTo>
                <a:lnTo>
                  <a:pt x="42729" y="79095"/>
                </a:lnTo>
                <a:lnTo>
                  <a:pt x="64863" y="79095"/>
                </a:lnTo>
                <a:lnTo>
                  <a:pt x="64863" y="59204"/>
                </a:lnTo>
                <a:close/>
                <a:moveTo>
                  <a:pt x="91016" y="59204"/>
                </a:moveTo>
                <a:lnTo>
                  <a:pt x="68881" y="59204"/>
                </a:lnTo>
                <a:lnTo>
                  <a:pt x="68881" y="79095"/>
                </a:lnTo>
                <a:lnTo>
                  <a:pt x="91016" y="79095"/>
                </a:lnTo>
                <a:lnTo>
                  <a:pt x="91016" y="59204"/>
                </a:lnTo>
                <a:close/>
                <a:moveTo>
                  <a:pt x="64863" y="35060"/>
                </a:moveTo>
                <a:lnTo>
                  <a:pt x="42729" y="35060"/>
                </a:lnTo>
                <a:lnTo>
                  <a:pt x="42729" y="55185"/>
                </a:lnTo>
                <a:lnTo>
                  <a:pt x="64863" y="55185"/>
                </a:lnTo>
                <a:lnTo>
                  <a:pt x="64863" y="35060"/>
                </a:ln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6518821" y="5257800"/>
            <a:ext cx="552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62366" y="52863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7512397" y="52578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VERBESSERUNGSPOTENTIAL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 ich verbessern würde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962150"/>
            <a:ext cx="5629275" cy="914400"/>
          </a:xfrm>
          <a:custGeom>
            <a:avLst/>
            <a:gdLst/>
            <a:ahLst/>
            <a:cxnLst/>
            <a:rect l="l" t="t" r="r" b="b"/>
            <a:pathLst>
              <a:path w="5629275" h="9144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800100"/>
                </a:lnTo>
                <a:cubicBezTo>
                  <a:pt x="5629275" y="863184"/>
                  <a:pt x="5578059" y="914400"/>
                  <a:pt x="551497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925" y="211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99120" y="2176463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8225" y="2119313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AST-basierte SQL-Validierung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8225" y="2462213"/>
            <a:ext cx="37052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sqlparse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statt String-Matching für robusteres Parsing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6963" y="1962150"/>
            <a:ext cx="5629275" cy="914400"/>
          </a:xfrm>
          <a:custGeom>
            <a:avLst/>
            <a:gdLst/>
            <a:ahLst/>
            <a:cxnLst/>
            <a:rect l="l" t="t" r="r" b="b"/>
            <a:pathLst>
              <a:path w="5629275" h="9144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800100"/>
                </a:lnTo>
                <a:cubicBezTo>
                  <a:pt x="5629275" y="863184"/>
                  <a:pt x="5578059" y="914400"/>
                  <a:pt x="551497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4125" y="2119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74768" y="2176463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29425" y="2119313"/>
            <a:ext cx="320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Read-only SQLite URI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29425" y="2462213"/>
            <a:ext cx="3200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file:{path}?mode=ro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für DB-Level-Schutz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038475"/>
            <a:ext cx="5629275" cy="914400"/>
          </a:xfrm>
          <a:custGeom>
            <a:avLst/>
            <a:gdLst/>
            <a:ahLst/>
            <a:cxnLst/>
            <a:rect l="l" t="t" r="r" b="b"/>
            <a:pathLst>
              <a:path w="5629275" h="9144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800100"/>
                </a:lnTo>
                <a:cubicBezTo>
                  <a:pt x="5629275" y="863184"/>
                  <a:pt x="5578059" y="914400"/>
                  <a:pt x="551497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2925" y="31956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2823" y="3252788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8225" y="3195638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+ PostgreSQL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8225" y="3538538"/>
            <a:ext cx="2438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asyncpg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für Multi-User-Skalierung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963" y="3038475"/>
            <a:ext cx="5629275" cy="914400"/>
          </a:xfrm>
          <a:custGeom>
            <a:avLst/>
            <a:gdLst/>
            <a:ahLst/>
            <a:cxnLst/>
            <a:rect l="l" t="t" r="r" b="b"/>
            <a:pathLst>
              <a:path w="5629275" h="9144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800100"/>
                </a:lnTo>
                <a:cubicBezTo>
                  <a:pt x="5629275" y="863184"/>
                  <a:pt x="5578059" y="914400"/>
                  <a:pt x="551497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4125" y="31956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74098" y="3252788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9425" y="3195638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Caching mit LRU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9425" y="3538538"/>
            <a:ext cx="4629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functools.lru_cache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Daten sind statisch, ~100% Trefferquote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4114800"/>
            <a:ext cx="5629275" cy="914400"/>
          </a:xfrm>
          <a:custGeom>
            <a:avLst/>
            <a:gdLst/>
            <a:ahLst/>
            <a:cxnLst/>
            <a:rect l="l" t="t" r="r" b="b"/>
            <a:pathLst>
              <a:path w="5629275" h="9144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800100"/>
                </a:lnTo>
                <a:cubicBezTo>
                  <a:pt x="5629275" y="863184"/>
                  <a:pt x="5578059" y="914400"/>
                  <a:pt x="551497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925" y="42719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4014" y="4329113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8225" y="4271963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8225" y="4614863"/>
            <a:ext cx="4610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Prometheus-Metriken + </a:t>
            </a:r>
            <a:r>
              <a:rPr lang="en-US" sz="1200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/health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-Endpoint für Container-Readiness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6963" y="4114800"/>
            <a:ext cx="5629275" cy="914400"/>
          </a:xfrm>
          <a:custGeom>
            <a:avLst/>
            <a:gdLst/>
            <a:ahLst/>
            <a:cxnLst/>
            <a:rect l="l" t="t" r="r" b="b"/>
            <a:pathLst>
              <a:path w="5629275" h="914400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800100"/>
                </a:lnTo>
                <a:cubicBezTo>
                  <a:pt x="5629275" y="863184"/>
                  <a:pt x="5578059" y="914400"/>
                  <a:pt x="551497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4125" y="42719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73354" y="4329113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29425" y="4271963"/>
            <a:ext cx="434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Cursor-basierte Paginierung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29425" y="4614863"/>
            <a:ext cx="43338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Statt Offset-basiert für bessere Performance bei großen Datasets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E293B"/>
          </a:solidFill>
          <a:ln w="12700">
            <a:solidFill>
              <a:srgbClr val="64748B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925" y="61055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895350" y="6086475"/>
            <a:ext cx="614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Bewusste Abwägungen, keine Versäumnisse</a:t>
            </a: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aktuelle Entscheidungen passen zum Umfang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1065</Words>
  <Application>Microsoft Macintosh PowerPoint</Application>
  <PresentationFormat>Widescreen</PresentationFormat>
  <Paragraphs>286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Liter</vt:lpstr>
      <vt:lpstr>Noto Sans SC</vt:lpstr>
      <vt:lpstr>Quattrocento Sans</vt:lpstr>
      <vt:lpstr>MiSans</vt:lpstr>
      <vt:lpstr>微软雅黑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DataBridge</dc:title>
  <dc:subject>MCP DataBridge</dc:subject>
  <dc:creator>Kimi</dc:creator>
  <cp:lastModifiedBy>Nader Bennour</cp:lastModifiedBy>
  <cp:revision>7</cp:revision>
  <dcterms:created xsi:type="dcterms:W3CDTF">2026-03-25T15:05:50Z</dcterms:created>
  <dcterms:modified xsi:type="dcterms:W3CDTF">2026-03-26T10:01:09Z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{"Label":"MCP DataBridge","ContentProducer":"001191110108MACG2KBH8F10000","ProduceID":"19d25855-05a2-884d-8000-0000da2e4164","ReservedCode1":"","ContentPropagator":"001191110108MACG2KBH8F20000","PropagateID":"19d25855-05a2-884d-8000-0000da2e4164","ReservedCode2":""}</vt:lpwstr>
  </property>
</Properties>
</file>